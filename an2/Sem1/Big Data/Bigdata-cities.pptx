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69E24-FA98-E033-CD6F-7852B61ABEEF}" v="33" dt="2026-01-16T08:50:04.208"/>
    <p1510:client id="{D29BA46F-916D-131C-2E63-99361DDA59E4}" v="194" dt="2026-01-16T09:53:15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6F45EE-7C8E-4C32-B1B1-4EF98B13176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1A64069-05AF-4546-82F4-A30704C6FBB7}">
      <dgm:prSet/>
      <dgm:spPr/>
      <dgm:t>
        <a:bodyPr/>
        <a:lstStyle/>
        <a:p>
          <a:pPr>
            <a:defRPr cap="all"/>
          </a:pPr>
          <a:r>
            <a:rPr lang="en-US" b="1"/>
            <a:t>Volume</a:t>
          </a:r>
          <a:r>
            <a:rPr lang="en-US"/>
            <a:t> – extremely large datasets from millions of devices</a:t>
          </a:r>
        </a:p>
      </dgm:t>
    </dgm:pt>
    <dgm:pt modelId="{9B1DAAC9-4156-449B-81B0-F10BAF343BFB}" type="parTrans" cxnId="{6C18A9A3-C336-4291-8E9F-B9E1639B995C}">
      <dgm:prSet/>
      <dgm:spPr/>
      <dgm:t>
        <a:bodyPr/>
        <a:lstStyle/>
        <a:p>
          <a:endParaRPr lang="en-US"/>
        </a:p>
      </dgm:t>
    </dgm:pt>
    <dgm:pt modelId="{DD148A7B-AFB0-47A5-96E2-25B39F530B9B}" type="sibTrans" cxnId="{6C18A9A3-C336-4291-8E9F-B9E1639B995C}">
      <dgm:prSet/>
      <dgm:spPr/>
      <dgm:t>
        <a:bodyPr/>
        <a:lstStyle/>
        <a:p>
          <a:endParaRPr lang="en-US"/>
        </a:p>
      </dgm:t>
    </dgm:pt>
    <dgm:pt modelId="{3B785C2E-C530-4DE5-9886-3E7498CF7BD1}">
      <dgm:prSet/>
      <dgm:spPr/>
      <dgm:t>
        <a:bodyPr/>
        <a:lstStyle/>
        <a:p>
          <a:pPr>
            <a:defRPr cap="all"/>
          </a:pPr>
          <a:r>
            <a:rPr lang="en-US" b="1"/>
            <a:t>Velocity</a:t>
          </a:r>
          <a:r>
            <a:rPr lang="en-US"/>
            <a:t> – data generated and processed in real time</a:t>
          </a:r>
        </a:p>
      </dgm:t>
    </dgm:pt>
    <dgm:pt modelId="{AED93F46-FE99-4B6A-928B-C3677678F477}" type="parTrans" cxnId="{D25410F8-E133-4C57-8712-2ADF95C10778}">
      <dgm:prSet/>
      <dgm:spPr/>
      <dgm:t>
        <a:bodyPr/>
        <a:lstStyle/>
        <a:p>
          <a:endParaRPr lang="en-US"/>
        </a:p>
      </dgm:t>
    </dgm:pt>
    <dgm:pt modelId="{B8ADA67C-92B5-446D-830D-2BE26306F2A7}" type="sibTrans" cxnId="{D25410F8-E133-4C57-8712-2ADF95C10778}">
      <dgm:prSet/>
      <dgm:spPr/>
      <dgm:t>
        <a:bodyPr/>
        <a:lstStyle/>
        <a:p>
          <a:endParaRPr lang="en-US"/>
        </a:p>
      </dgm:t>
    </dgm:pt>
    <dgm:pt modelId="{2A6A61A8-3F5C-432E-A3F8-C61C7F2E2BAC}">
      <dgm:prSet/>
      <dgm:spPr/>
      <dgm:t>
        <a:bodyPr/>
        <a:lstStyle/>
        <a:p>
          <a:pPr>
            <a:defRPr cap="all"/>
          </a:pPr>
          <a:r>
            <a:rPr lang="en-US" b="1"/>
            <a:t>Variety</a:t>
          </a:r>
          <a:r>
            <a:rPr lang="en-US"/>
            <a:t> – structured, semi-structured, and unstructured data</a:t>
          </a:r>
        </a:p>
      </dgm:t>
    </dgm:pt>
    <dgm:pt modelId="{4B4CD146-F6BF-4B02-8B49-CD11F84CBAEB}" type="parTrans" cxnId="{389801B1-192D-40D6-9FB5-3227FD3B7E98}">
      <dgm:prSet/>
      <dgm:spPr/>
      <dgm:t>
        <a:bodyPr/>
        <a:lstStyle/>
        <a:p>
          <a:endParaRPr lang="en-US"/>
        </a:p>
      </dgm:t>
    </dgm:pt>
    <dgm:pt modelId="{B98814BE-3053-4656-8917-C1CFE6FC20E3}" type="sibTrans" cxnId="{389801B1-192D-40D6-9FB5-3227FD3B7E98}">
      <dgm:prSet/>
      <dgm:spPr/>
      <dgm:t>
        <a:bodyPr/>
        <a:lstStyle/>
        <a:p>
          <a:endParaRPr lang="en-US"/>
        </a:p>
      </dgm:t>
    </dgm:pt>
    <dgm:pt modelId="{DDCA1863-FB2E-45BE-8119-4B30084EE5C8}" type="pres">
      <dgm:prSet presAssocID="{2C6F45EE-7C8E-4C32-B1B1-4EF98B131766}" presName="root" presStyleCnt="0">
        <dgm:presLayoutVars>
          <dgm:dir/>
          <dgm:resizeHandles val="exact"/>
        </dgm:presLayoutVars>
      </dgm:prSet>
      <dgm:spPr/>
    </dgm:pt>
    <dgm:pt modelId="{F4EAFCF5-02BD-42DC-B16A-F05DF6C8C119}" type="pres">
      <dgm:prSet presAssocID="{71A64069-05AF-4546-82F4-A30704C6FBB7}" presName="compNode" presStyleCnt="0"/>
      <dgm:spPr/>
    </dgm:pt>
    <dgm:pt modelId="{5ECC8CBB-0E14-4B14-806A-F6CD6B4CF19A}" type="pres">
      <dgm:prSet presAssocID="{71A64069-05AF-4546-82F4-A30704C6FBB7}" presName="iconBgRect" presStyleLbl="bgShp" presStyleIdx="0" presStyleCnt="3"/>
      <dgm:spPr/>
    </dgm:pt>
    <dgm:pt modelId="{F63A5D49-D44C-4A05-B698-2E4B918986E3}" type="pres">
      <dgm:prSet presAssocID="{71A64069-05AF-4546-82F4-A30704C6FB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0692BDC-A07D-425B-9C41-9ECF6A02E18E}" type="pres">
      <dgm:prSet presAssocID="{71A64069-05AF-4546-82F4-A30704C6FBB7}" presName="spaceRect" presStyleCnt="0"/>
      <dgm:spPr/>
    </dgm:pt>
    <dgm:pt modelId="{163E6169-10FB-4C1D-B4A7-0476193AD6DF}" type="pres">
      <dgm:prSet presAssocID="{71A64069-05AF-4546-82F4-A30704C6FBB7}" presName="textRect" presStyleLbl="revTx" presStyleIdx="0" presStyleCnt="3">
        <dgm:presLayoutVars>
          <dgm:chMax val="1"/>
          <dgm:chPref val="1"/>
        </dgm:presLayoutVars>
      </dgm:prSet>
      <dgm:spPr/>
    </dgm:pt>
    <dgm:pt modelId="{07652064-BB8E-48B2-89AA-3A70AB408432}" type="pres">
      <dgm:prSet presAssocID="{DD148A7B-AFB0-47A5-96E2-25B39F530B9B}" presName="sibTrans" presStyleCnt="0"/>
      <dgm:spPr/>
    </dgm:pt>
    <dgm:pt modelId="{D22FD99F-9E65-4A33-BBBE-3E44622995EF}" type="pres">
      <dgm:prSet presAssocID="{3B785C2E-C530-4DE5-9886-3E7498CF7BD1}" presName="compNode" presStyleCnt="0"/>
      <dgm:spPr/>
    </dgm:pt>
    <dgm:pt modelId="{59F1D734-2C0A-4A9A-A61D-78388DE56F2E}" type="pres">
      <dgm:prSet presAssocID="{3B785C2E-C530-4DE5-9886-3E7498CF7BD1}" presName="iconBgRect" presStyleLbl="bgShp" presStyleIdx="1" presStyleCnt="3"/>
      <dgm:spPr/>
    </dgm:pt>
    <dgm:pt modelId="{DBDCB560-408F-4572-AC65-39910594F8BD}" type="pres">
      <dgm:prSet presAssocID="{3B785C2E-C530-4DE5-9886-3E7498CF7B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4DF4B2B-B2F6-4487-8A77-BF0DDBAC2391}" type="pres">
      <dgm:prSet presAssocID="{3B785C2E-C530-4DE5-9886-3E7498CF7BD1}" presName="spaceRect" presStyleCnt="0"/>
      <dgm:spPr/>
    </dgm:pt>
    <dgm:pt modelId="{0C85F5E7-74D6-4FE3-B60F-794F516F4EC0}" type="pres">
      <dgm:prSet presAssocID="{3B785C2E-C530-4DE5-9886-3E7498CF7BD1}" presName="textRect" presStyleLbl="revTx" presStyleIdx="1" presStyleCnt="3">
        <dgm:presLayoutVars>
          <dgm:chMax val="1"/>
          <dgm:chPref val="1"/>
        </dgm:presLayoutVars>
      </dgm:prSet>
      <dgm:spPr/>
    </dgm:pt>
    <dgm:pt modelId="{CC7D1349-DD46-48D3-8449-B3195DFB5527}" type="pres">
      <dgm:prSet presAssocID="{B8ADA67C-92B5-446D-830D-2BE26306F2A7}" presName="sibTrans" presStyleCnt="0"/>
      <dgm:spPr/>
    </dgm:pt>
    <dgm:pt modelId="{34E2167E-440F-49A1-9F97-84DAB4DF48F6}" type="pres">
      <dgm:prSet presAssocID="{2A6A61A8-3F5C-432E-A3F8-C61C7F2E2BAC}" presName="compNode" presStyleCnt="0"/>
      <dgm:spPr/>
    </dgm:pt>
    <dgm:pt modelId="{858BB8C5-2D82-4739-A630-E55CC7A6487D}" type="pres">
      <dgm:prSet presAssocID="{2A6A61A8-3F5C-432E-A3F8-C61C7F2E2BAC}" presName="iconBgRect" presStyleLbl="bgShp" presStyleIdx="2" presStyleCnt="3"/>
      <dgm:spPr/>
    </dgm:pt>
    <dgm:pt modelId="{287B0E2A-4C92-442D-A993-FFD3658D77B7}" type="pres">
      <dgm:prSet presAssocID="{2A6A61A8-3F5C-432E-A3F8-C61C7F2E2BA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F7DAD8A-D485-4195-98C2-5919FC5E69E9}" type="pres">
      <dgm:prSet presAssocID="{2A6A61A8-3F5C-432E-A3F8-C61C7F2E2BAC}" presName="spaceRect" presStyleCnt="0"/>
      <dgm:spPr/>
    </dgm:pt>
    <dgm:pt modelId="{7A30A63D-D3E4-4BE9-A9F0-4DD8C213AFD4}" type="pres">
      <dgm:prSet presAssocID="{2A6A61A8-3F5C-432E-A3F8-C61C7F2E2BA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ECBC20A-12FA-4E3D-8573-283FA395C187}" type="presOf" srcId="{3B785C2E-C530-4DE5-9886-3E7498CF7BD1}" destId="{0C85F5E7-74D6-4FE3-B60F-794F516F4EC0}" srcOrd="0" destOrd="0" presId="urn:microsoft.com/office/officeart/2018/5/layout/IconCircleLabelList"/>
    <dgm:cxn modelId="{966BC131-9783-4B5E-BEF3-E0EB00DC8E56}" type="presOf" srcId="{71A64069-05AF-4546-82F4-A30704C6FBB7}" destId="{163E6169-10FB-4C1D-B4A7-0476193AD6DF}" srcOrd="0" destOrd="0" presId="urn:microsoft.com/office/officeart/2018/5/layout/IconCircleLabelList"/>
    <dgm:cxn modelId="{6C18A9A3-C336-4291-8E9F-B9E1639B995C}" srcId="{2C6F45EE-7C8E-4C32-B1B1-4EF98B131766}" destId="{71A64069-05AF-4546-82F4-A30704C6FBB7}" srcOrd="0" destOrd="0" parTransId="{9B1DAAC9-4156-449B-81B0-F10BAF343BFB}" sibTransId="{DD148A7B-AFB0-47A5-96E2-25B39F530B9B}"/>
    <dgm:cxn modelId="{389801B1-192D-40D6-9FB5-3227FD3B7E98}" srcId="{2C6F45EE-7C8E-4C32-B1B1-4EF98B131766}" destId="{2A6A61A8-3F5C-432E-A3F8-C61C7F2E2BAC}" srcOrd="2" destOrd="0" parTransId="{4B4CD146-F6BF-4B02-8B49-CD11F84CBAEB}" sibTransId="{B98814BE-3053-4656-8917-C1CFE6FC20E3}"/>
    <dgm:cxn modelId="{63FAAAB5-279C-4F6E-A71B-7BFECADD258D}" type="presOf" srcId="{2A6A61A8-3F5C-432E-A3F8-C61C7F2E2BAC}" destId="{7A30A63D-D3E4-4BE9-A9F0-4DD8C213AFD4}" srcOrd="0" destOrd="0" presId="urn:microsoft.com/office/officeart/2018/5/layout/IconCircleLabelList"/>
    <dgm:cxn modelId="{F5DF4DB8-A399-41BD-B690-C26ABFF7B63C}" type="presOf" srcId="{2C6F45EE-7C8E-4C32-B1B1-4EF98B131766}" destId="{DDCA1863-FB2E-45BE-8119-4B30084EE5C8}" srcOrd="0" destOrd="0" presId="urn:microsoft.com/office/officeart/2018/5/layout/IconCircleLabelList"/>
    <dgm:cxn modelId="{D25410F8-E133-4C57-8712-2ADF95C10778}" srcId="{2C6F45EE-7C8E-4C32-B1B1-4EF98B131766}" destId="{3B785C2E-C530-4DE5-9886-3E7498CF7BD1}" srcOrd="1" destOrd="0" parTransId="{AED93F46-FE99-4B6A-928B-C3677678F477}" sibTransId="{B8ADA67C-92B5-446D-830D-2BE26306F2A7}"/>
    <dgm:cxn modelId="{515C2F09-170A-4781-8516-6B430DB910B7}" type="presParOf" srcId="{DDCA1863-FB2E-45BE-8119-4B30084EE5C8}" destId="{F4EAFCF5-02BD-42DC-B16A-F05DF6C8C119}" srcOrd="0" destOrd="0" presId="urn:microsoft.com/office/officeart/2018/5/layout/IconCircleLabelList"/>
    <dgm:cxn modelId="{12B05CFB-9925-4BE8-822E-F4AE1AA0FEA2}" type="presParOf" srcId="{F4EAFCF5-02BD-42DC-B16A-F05DF6C8C119}" destId="{5ECC8CBB-0E14-4B14-806A-F6CD6B4CF19A}" srcOrd="0" destOrd="0" presId="urn:microsoft.com/office/officeart/2018/5/layout/IconCircleLabelList"/>
    <dgm:cxn modelId="{305559B8-114C-4D50-94DC-F44F6148B689}" type="presParOf" srcId="{F4EAFCF5-02BD-42DC-B16A-F05DF6C8C119}" destId="{F63A5D49-D44C-4A05-B698-2E4B918986E3}" srcOrd="1" destOrd="0" presId="urn:microsoft.com/office/officeart/2018/5/layout/IconCircleLabelList"/>
    <dgm:cxn modelId="{F36CA842-E61C-4343-BFB0-8C48AF02EC8D}" type="presParOf" srcId="{F4EAFCF5-02BD-42DC-B16A-F05DF6C8C119}" destId="{B0692BDC-A07D-425B-9C41-9ECF6A02E18E}" srcOrd="2" destOrd="0" presId="urn:microsoft.com/office/officeart/2018/5/layout/IconCircleLabelList"/>
    <dgm:cxn modelId="{53CB738B-5D40-41F6-A77E-39A831829698}" type="presParOf" srcId="{F4EAFCF5-02BD-42DC-B16A-F05DF6C8C119}" destId="{163E6169-10FB-4C1D-B4A7-0476193AD6DF}" srcOrd="3" destOrd="0" presId="urn:microsoft.com/office/officeart/2018/5/layout/IconCircleLabelList"/>
    <dgm:cxn modelId="{6FD38B24-CB2E-4003-B21F-593751706507}" type="presParOf" srcId="{DDCA1863-FB2E-45BE-8119-4B30084EE5C8}" destId="{07652064-BB8E-48B2-89AA-3A70AB408432}" srcOrd="1" destOrd="0" presId="urn:microsoft.com/office/officeart/2018/5/layout/IconCircleLabelList"/>
    <dgm:cxn modelId="{0992324D-24B0-4405-B211-36972262AF5B}" type="presParOf" srcId="{DDCA1863-FB2E-45BE-8119-4B30084EE5C8}" destId="{D22FD99F-9E65-4A33-BBBE-3E44622995EF}" srcOrd="2" destOrd="0" presId="urn:microsoft.com/office/officeart/2018/5/layout/IconCircleLabelList"/>
    <dgm:cxn modelId="{F6EA20D4-A084-4D99-B4D4-31A2BFA178A0}" type="presParOf" srcId="{D22FD99F-9E65-4A33-BBBE-3E44622995EF}" destId="{59F1D734-2C0A-4A9A-A61D-78388DE56F2E}" srcOrd="0" destOrd="0" presId="urn:microsoft.com/office/officeart/2018/5/layout/IconCircleLabelList"/>
    <dgm:cxn modelId="{25F98782-A10D-4088-800F-F747F6A10108}" type="presParOf" srcId="{D22FD99F-9E65-4A33-BBBE-3E44622995EF}" destId="{DBDCB560-408F-4572-AC65-39910594F8BD}" srcOrd="1" destOrd="0" presId="urn:microsoft.com/office/officeart/2018/5/layout/IconCircleLabelList"/>
    <dgm:cxn modelId="{3187B245-05F5-40A9-98A3-C8CB3C429D2E}" type="presParOf" srcId="{D22FD99F-9E65-4A33-BBBE-3E44622995EF}" destId="{24DF4B2B-B2F6-4487-8A77-BF0DDBAC2391}" srcOrd="2" destOrd="0" presId="urn:microsoft.com/office/officeart/2018/5/layout/IconCircleLabelList"/>
    <dgm:cxn modelId="{2001CBED-B46E-416A-87DF-16C6E2EE0E13}" type="presParOf" srcId="{D22FD99F-9E65-4A33-BBBE-3E44622995EF}" destId="{0C85F5E7-74D6-4FE3-B60F-794F516F4EC0}" srcOrd="3" destOrd="0" presId="urn:microsoft.com/office/officeart/2018/5/layout/IconCircleLabelList"/>
    <dgm:cxn modelId="{03032178-7738-4CA4-B8C6-46B3213B72C8}" type="presParOf" srcId="{DDCA1863-FB2E-45BE-8119-4B30084EE5C8}" destId="{CC7D1349-DD46-48D3-8449-B3195DFB5527}" srcOrd="3" destOrd="0" presId="urn:microsoft.com/office/officeart/2018/5/layout/IconCircleLabelList"/>
    <dgm:cxn modelId="{8173EF74-7E2D-4F7E-B9B1-F567EBD5B959}" type="presParOf" srcId="{DDCA1863-FB2E-45BE-8119-4B30084EE5C8}" destId="{34E2167E-440F-49A1-9F97-84DAB4DF48F6}" srcOrd="4" destOrd="0" presId="urn:microsoft.com/office/officeart/2018/5/layout/IconCircleLabelList"/>
    <dgm:cxn modelId="{053FDDCA-33CF-4789-8753-B13C43762921}" type="presParOf" srcId="{34E2167E-440F-49A1-9F97-84DAB4DF48F6}" destId="{858BB8C5-2D82-4739-A630-E55CC7A6487D}" srcOrd="0" destOrd="0" presId="urn:microsoft.com/office/officeart/2018/5/layout/IconCircleLabelList"/>
    <dgm:cxn modelId="{B9479E13-8A23-48CE-9556-64531ABD2A9E}" type="presParOf" srcId="{34E2167E-440F-49A1-9F97-84DAB4DF48F6}" destId="{287B0E2A-4C92-442D-A993-FFD3658D77B7}" srcOrd="1" destOrd="0" presId="urn:microsoft.com/office/officeart/2018/5/layout/IconCircleLabelList"/>
    <dgm:cxn modelId="{6763EA5F-3314-4484-8050-2BAF05375E16}" type="presParOf" srcId="{34E2167E-440F-49A1-9F97-84DAB4DF48F6}" destId="{2F7DAD8A-D485-4195-98C2-5919FC5E69E9}" srcOrd="2" destOrd="0" presId="urn:microsoft.com/office/officeart/2018/5/layout/IconCircleLabelList"/>
    <dgm:cxn modelId="{88084F79-F8FD-4208-8044-DC5891BC6A1F}" type="presParOf" srcId="{34E2167E-440F-49A1-9F97-84DAB4DF48F6}" destId="{7A30A63D-D3E4-4BE9-A9F0-4DD8C213AF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538D8C-436C-4E51-B7AB-E066EC15D26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7CFBA2B-B736-4C87-869E-45A5CB8E2543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b="1" i="0" dirty="0">
              <a:latin typeface="Century Gothic" panose="020B0502020202020204"/>
            </a:rPr>
            <a:t>Clustering algorithms</a:t>
          </a:r>
          <a:r>
            <a:rPr lang="en-US" b="0" i="0" dirty="0">
              <a:latin typeface="Century Gothic" panose="020B0502020202020204"/>
            </a:rPr>
            <a:t> – </a:t>
          </a:r>
          <a:r>
            <a:rPr lang="en-US" b="0" i="0" dirty="0"/>
            <a:t>identifying traffic or usage patterns</a:t>
          </a:r>
          <a:endParaRPr lang="en-US" b="0" i="0" dirty="0">
            <a:latin typeface="Century Gothic" panose="020B0502020202020204"/>
          </a:endParaRPr>
        </a:p>
      </dgm:t>
    </dgm:pt>
    <dgm:pt modelId="{3006A583-C644-44CC-BE67-37CFD510514E}" type="parTrans" cxnId="{85312559-3BF2-4C42-A532-1A5F646EF11C}">
      <dgm:prSet/>
      <dgm:spPr/>
      <dgm:t>
        <a:bodyPr/>
        <a:lstStyle/>
        <a:p>
          <a:endParaRPr lang="en-US"/>
        </a:p>
      </dgm:t>
    </dgm:pt>
    <dgm:pt modelId="{CE6B3773-DE51-4470-B966-BDB0F8DC0BF6}" type="sibTrans" cxnId="{85312559-3BF2-4C42-A532-1A5F646EF11C}">
      <dgm:prSet/>
      <dgm:spPr/>
      <dgm:t>
        <a:bodyPr/>
        <a:lstStyle/>
        <a:p>
          <a:endParaRPr lang="en-US"/>
        </a:p>
      </dgm:t>
    </dgm:pt>
    <dgm:pt modelId="{9C7971E8-680C-4BFC-9AA8-489817892E95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b="1" i="0" dirty="0"/>
            <a:t>Time-series forecasting</a:t>
          </a:r>
          <a:r>
            <a:rPr lang="en-US" b="0" i="0">
              <a:latin typeface="Century Gothic" panose="020B0502020202020204"/>
            </a:rPr>
            <a:t> –</a:t>
          </a:r>
          <a:r>
            <a:rPr lang="en-US" b="0" i="0"/>
            <a:t> predicting energy demand or traffic flow</a:t>
          </a:r>
          <a:endParaRPr lang="en-US"/>
        </a:p>
      </dgm:t>
    </dgm:pt>
    <dgm:pt modelId="{B78EF42D-8BB8-48D7-986F-1F430A38E2ED}" type="parTrans" cxnId="{2B17476F-A594-44D7-8CE9-70333CE9B96E}">
      <dgm:prSet/>
      <dgm:spPr/>
      <dgm:t>
        <a:bodyPr/>
        <a:lstStyle/>
        <a:p>
          <a:endParaRPr lang="en-US"/>
        </a:p>
      </dgm:t>
    </dgm:pt>
    <dgm:pt modelId="{EF851A2C-64D7-4EC3-9563-A63A05AAB45C}" type="sibTrans" cxnId="{2B17476F-A594-44D7-8CE9-70333CE9B96E}">
      <dgm:prSet/>
      <dgm:spPr/>
      <dgm:t>
        <a:bodyPr/>
        <a:lstStyle/>
        <a:p>
          <a:endParaRPr lang="en-US"/>
        </a:p>
      </dgm:t>
    </dgm:pt>
    <dgm:pt modelId="{8D5019E8-287E-4070-9D51-750BD3074FC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dirty="0"/>
            <a:t>Machine learning models</a:t>
          </a:r>
          <a:r>
            <a:rPr lang="en-US" b="0" i="0" dirty="0"/>
            <a:t> – classification and prediction tasks</a:t>
          </a:r>
          <a:endParaRPr lang="en-US" dirty="0"/>
        </a:p>
      </dgm:t>
    </dgm:pt>
    <dgm:pt modelId="{3DDDB985-4090-4204-8FB1-0029B9FE9756}" type="parTrans" cxnId="{4B7E56D0-5804-4FAB-A810-5289C846D812}">
      <dgm:prSet/>
      <dgm:spPr/>
      <dgm:t>
        <a:bodyPr/>
        <a:lstStyle/>
        <a:p>
          <a:endParaRPr lang="en-US"/>
        </a:p>
      </dgm:t>
    </dgm:pt>
    <dgm:pt modelId="{6054093D-05EF-4477-941E-6987D13B3454}" type="sibTrans" cxnId="{4B7E56D0-5804-4FAB-A810-5289C846D812}">
      <dgm:prSet/>
      <dgm:spPr/>
      <dgm:t>
        <a:bodyPr/>
        <a:lstStyle/>
        <a:p>
          <a:endParaRPr lang="en-US"/>
        </a:p>
      </dgm:t>
    </dgm:pt>
    <dgm:pt modelId="{5D7944AB-6168-4914-8612-58DE8F3680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dirty="0"/>
            <a:t>Anomaly detection</a:t>
          </a:r>
          <a:r>
            <a:rPr lang="en-US" b="0" i="0" dirty="0"/>
            <a:t> – detecting faults or unusual behavior</a:t>
          </a:r>
          <a:endParaRPr lang="en-US" dirty="0"/>
        </a:p>
      </dgm:t>
    </dgm:pt>
    <dgm:pt modelId="{407AA236-D366-4588-8BA1-0B5C9745438F}" type="parTrans" cxnId="{24DADE97-6DDA-4C7A-A311-A7BCF6CB70EB}">
      <dgm:prSet/>
      <dgm:spPr/>
      <dgm:t>
        <a:bodyPr/>
        <a:lstStyle/>
        <a:p>
          <a:endParaRPr lang="en-US"/>
        </a:p>
      </dgm:t>
    </dgm:pt>
    <dgm:pt modelId="{DA59BA21-C61F-4A08-B44E-CAB66E8BF88B}" type="sibTrans" cxnId="{24DADE97-6DDA-4C7A-A311-A7BCF6CB70EB}">
      <dgm:prSet/>
      <dgm:spPr/>
      <dgm:t>
        <a:bodyPr/>
        <a:lstStyle/>
        <a:p>
          <a:endParaRPr lang="en-US"/>
        </a:p>
      </dgm:t>
    </dgm:pt>
    <dgm:pt modelId="{C3AE3CF8-B2C1-47ED-AF2E-16FADF8EC98B}" type="pres">
      <dgm:prSet presAssocID="{05538D8C-436C-4E51-B7AB-E066EC15D260}" presName="root" presStyleCnt="0">
        <dgm:presLayoutVars>
          <dgm:dir/>
          <dgm:resizeHandles val="exact"/>
        </dgm:presLayoutVars>
      </dgm:prSet>
      <dgm:spPr/>
    </dgm:pt>
    <dgm:pt modelId="{2D630358-ECC5-4979-8402-B3389FD32297}" type="pres">
      <dgm:prSet presAssocID="{E7CFBA2B-B736-4C87-869E-45A5CB8E2543}" presName="compNode" presStyleCnt="0"/>
      <dgm:spPr/>
    </dgm:pt>
    <dgm:pt modelId="{3B2BFCDA-F3FE-4EED-BF00-AB1CE80E3BC5}" type="pres">
      <dgm:prSet presAssocID="{E7CFBA2B-B736-4C87-869E-45A5CB8E2543}" presName="iconBgRect" presStyleLbl="bgShp" presStyleIdx="0" presStyleCnt="4"/>
      <dgm:spPr/>
    </dgm:pt>
    <dgm:pt modelId="{F1031719-070A-4D02-828B-D4DA3B514332}" type="pres">
      <dgm:prSet presAssocID="{E7CFBA2B-B736-4C87-869E-45A5CB8E25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A5EAF19-7BB9-4761-8BD3-2F70882A2642}" type="pres">
      <dgm:prSet presAssocID="{E7CFBA2B-B736-4C87-869E-45A5CB8E2543}" presName="spaceRect" presStyleCnt="0"/>
      <dgm:spPr/>
    </dgm:pt>
    <dgm:pt modelId="{64A4B118-7CD2-4E04-A347-803324689DF7}" type="pres">
      <dgm:prSet presAssocID="{E7CFBA2B-B736-4C87-869E-45A5CB8E2543}" presName="textRect" presStyleLbl="revTx" presStyleIdx="0" presStyleCnt="4">
        <dgm:presLayoutVars>
          <dgm:chMax val="1"/>
          <dgm:chPref val="1"/>
        </dgm:presLayoutVars>
      </dgm:prSet>
      <dgm:spPr/>
    </dgm:pt>
    <dgm:pt modelId="{D2F9D6B2-FBB6-4D58-9B60-F292DB532F24}" type="pres">
      <dgm:prSet presAssocID="{CE6B3773-DE51-4470-B966-BDB0F8DC0BF6}" presName="sibTrans" presStyleCnt="0"/>
      <dgm:spPr/>
    </dgm:pt>
    <dgm:pt modelId="{B9DFB0C3-F0C9-447D-A26A-8C34522ECDD7}" type="pres">
      <dgm:prSet presAssocID="{9C7971E8-680C-4BFC-9AA8-489817892E95}" presName="compNode" presStyleCnt="0"/>
      <dgm:spPr/>
    </dgm:pt>
    <dgm:pt modelId="{29EE506F-7BFB-4FBF-A891-D3A9D33EE89D}" type="pres">
      <dgm:prSet presAssocID="{9C7971E8-680C-4BFC-9AA8-489817892E95}" presName="iconBgRect" presStyleLbl="bgShp" presStyleIdx="1" presStyleCnt="4"/>
      <dgm:spPr/>
    </dgm:pt>
    <dgm:pt modelId="{A1FB8C9B-0736-4A97-8859-028798A4495B}" type="pres">
      <dgm:prSet presAssocID="{9C7971E8-680C-4BFC-9AA8-489817892E9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2CB5D4A-8E7A-428C-80B9-55F56983E1CC}" type="pres">
      <dgm:prSet presAssocID="{9C7971E8-680C-4BFC-9AA8-489817892E95}" presName="spaceRect" presStyleCnt="0"/>
      <dgm:spPr/>
    </dgm:pt>
    <dgm:pt modelId="{CBDE3A39-86B5-4E83-9EB3-6CB88CC5F845}" type="pres">
      <dgm:prSet presAssocID="{9C7971E8-680C-4BFC-9AA8-489817892E95}" presName="textRect" presStyleLbl="revTx" presStyleIdx="1" presStyleCnt="4">
        <dgm:presLayoutVars>
          <dgm:chMax val="1"/>
          <dgm:chPref val="1"/>
        </dgm:presLayoutVars>
      </dgm:prSet>
      <dgm:spPr/>
    </dgm:pt>
    <dgm:pt modelId="{4E1E5F50-48A4-4E6B-8EAB-58BF19DE31CD}" type="pres">
      <dgm:prSet presAssocID="{EF851A2C-64D7-4EC3-9563-A63A05AAB45C}" presName="sibTrans" presStyleCnt="0"/>
      <dgm:spPr/>
    </dgm:pt>
    <dgm:pt modelId="{B064A1BF-6A88-4197-8A13-A0EE4E8A1C03}" type="pres">
      <dgm:prSet presAssocID="{8D5019E8-287E-4070-9D51-750BD3074FCF}" presName="compNode" presStyleCnt="0"/>
      <dgm:spPr/>
    </dgm:pt>
    <dgm:pt modelId="{9B7FD410-4B34-4FE2-A1CD-60204034D85B}" type="pres">
      <dgm:prSet presAssocID="{8D5019E8-287E-4070-9D51-750BD3074FCF}" presName="iconBgRect" presStyleLbl="bgShp" presStyleIdx="2" presStyleCnt="4"/>
      <dgm:spPr/>
    </dgm:pt>
    <dgm:pt modelId="{BA669AC8-350F-4D00-AF5A-520398555A24}" type="pres">
      <dgm:prSet presAssocID="{8D5019E8-287E-4070-9D51-750BD3074F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794622C-8005-4DC1-85BD-4C1B85B36414}" type="pres">
      <dgm:prSet presAssocID="{8D5019E8-287E-4070-9D51-750BD3074FCF}" presName="spaceRect" presStyleCnt="0"/>
      <dgm:spPr/>
    </dgm:pt>
    <dgm:pt modelId="{536735EE-EF22-4829-B207-FFF3E674837F}" type="pres">
      <dgm:prSet presAssocID="{8D5019E8-287E-4070-9D51-750BD3074FCF}" presName="textRect" presStyleLbl="revTx" presStyleIdx="2" presStyleCnt="4">
        <dgm:presLayoutVars>
          <dgm:chMax val="1"/>
          <dgm:chPref val="1"/>
        </dgm:presLayoutVars>
      </dgm:prSet>
      <dgm:spPr/>
    </dgm:pt>
    <dgm:pt modelId="{0388ABDF-F4CC-4EA7-A2B8-DD7E062F9FAA}" type="pres">
      <dgm:prSet presAssocID="{6054093D-05EF-4477-941E-6987D13B3454}" presName="sibTrans" presStyleCnt="0"/>
      <dgm:spPr/>
    </dgm:pt>
    <dgm:pt modelId="{6D313FC9-F6D1-4167-A0CC-08836FC93C00}" type="pres">
      <dgm:prSet presAssocID="{5D7944AB-6168-4914-8612-58DE8F3680D5}" presName="compNode" presStyleCnt="0"/>
      <dgm:spPr/>
    </dgm:pt>
    <dgm:pt modelId="{1F78359E-BA85-41D8-9A9B-DAE5249DA855}" type="pres">
      <dgm:prSet presAssocID="{5D7944AB-6168-4914-8612-58DE8F3680D5}" presName="iconBgRect" presStyleLbl="bgShp" presStyleIdx="3" presStyleCnt="4"/>
      <dgm:spPr/>
    </dgm:pt>
    <dgm:pt modelId="{391D4C9F-0CE9-4F65-98C9-2E813E4C1520}" type="pres">
      <dgm:prSet presAssocID="{5D7944AB-6168-4914-8612-58DE8F3680D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59FD12C-43ED-4438-9656-C65561F5439E}" type="pres">
      <dgm:prSet presAssocID="{5D7944AB-6168-4914-8612-58DE8F3680D5}" presName="spaceRect" presStyleCnt="0"/>
      <dgm:spPr/>
    </dgm:pt>
    <dgm:pt modelId="{1EC38F10-727E-4CBF-A5B4-EA7A69468088}" type="pres">
      <dgm:prSet presAssocID="{5D7944AB-6168-4914-8612-58DE8F3680D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B3D818-AFEB-4A0B-8B37-7712481A2CFD}" type="presOf" srcId="{9C7971E8-680C-4BFC-9AA8-489817892E95}" destId="{CBDE3A39-86B5-4E83-9EB3-6CB88CC5F845}" srcOrd="0" destOrd="0" presId="urn:microsoft.com/office/officeart/2018/5/layout/IconCircleLabelList"/>
    <dgm:cxn modelId="{2B17476F-A594-44D7-8CE9-70333CE9B96E}" srcId="{05538D8C-436C-4E51-B7AB-E066EC15D260}" destId="{9C7971E8-680C-4BFC-9AA8-489817892E95}" srcOrd="1" destOrd="0" parTransId="{B78EF42D-8BB8-48D7-986F-1F430A38E2ED}" sibTransId="{EF851A2C-64D7-4EC3-9563-A63A05AAB45C}"/>
    <dgm:cxn modelId="{85312559-3BF2-4C42-A532-1A5F646EF11C}" srcId="{05538D8C-436C-4E51-B7AB-E066EC15D260}" destId="{E7CFBA2B-B736-4C87-869E-45A5CB8E2543}" srcOrd="0" destOrd="0" parTransId="{3006A583-C644-44CC-BE67-37CFD510514E}" sibTransId="{CE6B3773-DE51-4470-B966-BDB0F8DC0BF6}"/>
    <dgm:cxn modelId="{3205F482-CC8A-4978-8A61-F2B612AAD3B1}" type="presOf" srcId="{E7CFBA2B-B736-4C87-869E-45A5CB8E2543}" destId="{64A4B118-7CD2-4E04-A347-803324689DF7}" srcOrd="0" destOrd="0" presId="urn:microsoft.com/office/officeart/2018/5/layout/IconCircleLabelList"/>
    <dgm:cxn modelId="{60218693-2194-4711-9656-70CF098A2250}" type="presOf" srcId="{8D5019E8-287E-4070-9D51-750BD3074FCF}" destId="{536735EE-EF22-4829-B207-FFF3E674837F}" srcOrd="0" destOrd="0" presId="urn:microsoft.com/office/officeart/2018/5/layout/IconCircleLabelList"/>
    <dgm:cxn modelId="{24DADE97-6DDA-4C7A-A311-A7BCF6CB70EB}" srcId="{05538D8C-436C-4E51-B7AB-E066EC15D260}" destId="{5D7944AB-6168-4914-8612-58DE8F3680D5}" srcOrd="3" destOrd="0" parTransId="{407AA236-D366-4588-8BA1-0B5C9745438F}" sibTransId="{DA59BA21-C61F-4A08-B44E-CAB66E8BF88B}"/>
    <dgm:cxn modelId="{8C31D8B9-3EFD-4AF1-A788-7393F2653E1B}" type="presOf" srcId="{05538D8C-436C-4E51-B7AB-E066EC15D260}" destId="{C3AE3CF8-B2C1-47ED-AF2E-16FADF8EC98B}" srcOrd="0" destOrd="0" presId="urn:microsoft.com/office/officeart/2018/5/layout/IconCircleLabelList"/>
    <dgm:cxn modelId="{4B7E56D0-5804-4FAB-A810-5289C846D812}" srcId="{05538D8C-436C-4E51-B7AB-E066EC15D260}" destId="{8D5019E8-287E-4070-9D51-750BD3074FCF}" srcOrd="2" destOrd="0" parTransId="{3DDDB985-4090-4204-8FB1-0029B9FE9756}" sibTransId="{6054093D-05EF-4477-941E-6987D13B3454}"/>
    <dgm:cxn modelId="{DD7DD3E0-074F-4608-880A-5575BF21EAD3}" type="presOf" srcId="{5D7944AB-6168-4914-8612-58DE8F3680D5}" destId="{1EC38F10-727E-4CBF-A5B4-EA7A69468088}" srcOrd="0" destOrd="0" presId="urn:microsoft.com/office/officeart/2018/5/layout/IconCircleLabelList"/>
    <dgm:cxn modelId="{6B237786-299B-44F5-8DFA-4E78614B2042}" type="presParOf" srcId="{C3AE3CF8-B2C1-47ED-AF2E-16FADF8EC98B}" destId="{2D630358-ECC5-4979-8402-B3389FD32297}" srcOrd="0" destOrd="0" presId="urn:microsoft.com/office/officeart/2018/5/layout/IconCircleLabelList"/>
    <dgm:cxn modelId="{7D75A127-EA34-473B-881E-C8161586BAA5}" type="presParOf" srcId="{2D630358-ECC5-4979-8402-B3389FD32297}" destId="{3B2BFCDA-F3FE-4EED-BF00-AB1CE80E3BC5}" srcOrd="0" destOrd="0" presId="urn:microsoft.com/office/officeart/2018/5/layout/IconCircleLabelList"/>
    <dgm:cxn modelId="{83897E89-E6D9-44AB-B3CB-D47E185FDFB4}" type="presParOf" srcId="{2D630358-ECC5-4979-8402-B3389FD32297}" destId="{F1031719-070A-4D02-828B-D4DA3B514332}" srcOrd="1" destOrd="0" presId="urn:microsoft.com/office/officeart/2018/5/layout/IconCircleLabelList"/>
    <dgm:cxn modelId="{F7DE4AA7-0E3E-4B00-AF3F-B3E3BEB22307}" type="presParOf" srcId="{2D630358-ECC5-4979-8402-B3389FD32297}" destId="{AA5EAF19-7BB9-4761-8BD3-2F70882A2642}" srcOrd="2" destOrd="0" presId="urn:microsoft.com/office/officeart/2018/5/layout/IconCircleLabelList"/>
    <dgm:cxn modelId="{E09A5CC8-520C-4473-9E81-DD9BF5BCDC7D}" type="presParOf" srcId="{2D630358-ECC5-4979-8402-B3389FD32297}" destId="{64A4B118-7CD2-4E04-A347-803324689DF7}" srcOrd="3" destOrd="0" presId="urn:microsoft.com/office/officeart/2018/5/layout/IconCircleLabelList"/>
    <dgm:cxn modelId="{85C9D3D1-E826-4987-92DB-23FEF9EE57F5}" type="presParOf" srcId="{C3AE3CF8-B2C1-47ED-AF2E-16FADF8EC98B}" destId="{D2F9D6B2-FBB6-4D58-9B60-F292DB532F24}" srcOrd="1" destOrd="0" presId="urn:microsoft.com/office/officeart/2018/5/layout/IconCircleLabelList"/>
    <dgm:cxn modelId="{E8694039-F3FF-48BF-93C8-6134105ECE16}" type="presParOf" srcId="{C3AE3CF8-B2C1-47ED-AF2E-16FADF8EC98B}" destId="{B9DFB0C3-F0C9-447D-A26A-8C34522ECDD7}" srcOrd="2" destOrd="0" presId="urn:microsoft.com/office/officeart/2018/5/layout/IconCircleLabelList"/>
    <dgm:cxn modelId="{B6655E1D-13B4-420F-836D-9028B2BE7C57}" type="presParOf" srcId="{B9DFB0C3-F0C9-447D-A26A-8C34522ECDD7}" destId="{29EE506F-7BFB-4FBF-A891-D3A9D33EE89D}" srcOrd="0" destOrd="0" presId="urn:microsoft.com/office/officeart/2018/5/layout/IconCircleLabelList"/>
    <dgm:cxn modelId="{BE78675C-C3D8-45BE-BB37-1595CC847BC7}" type="presParOf" srcId="{B9DFB0C3-F0C9-447D-A26A-8C34522ECDD7}" destId="{A1FB8C9B-0736-4A97-8859-028798A4495B}" srcOrd="1" destOrd="0" presId="urn:microsoft.com/office/officeart/2018/5/layout/IconCircleLabelList"/>
    <dgm:cxn modelId="{49645B59-5E9D-44B9-9DBF-1442D1C1EE91}" type="presParOf" srcId="{B9DFB0C3-F0C9-447D-A26A-8C34522ECDD7}" destId="{82CB5D4A-8E7A-428C-80B9-55F56983E1CC}" srcOrd="2" destOrd="0" presId="urn:microsoft.com/office/officeart/2018/5/layout/IconCircleLabelList"/>
    <dgm:cxn modelId="{4E9A7207-34E2-47F4-89EF-450D1CECBEE3}" type="presParOf" srcId="{B9DFB0C3-F0C9-447D-A26A-8C34522ECDD7}" destId="{CBDE3A39-86B5-4E83-9EB3-6CB88CC5F845}" srcOrd="3" destOrd="0" presId="urn:microsoft.com/office/officeart/2018/5/layout/IconCircleLabelList"/>
    <dgm:cxn modelId="{B9CE81A0-3991-40D7-8C79-C7D310EDDB16}" type="presParOf" srcId="{C3AE3CF8-B2C1-47ED-AF2E-16FADF8EC98B}" destId="{4E1E5F50-48A4-4E6B-8EAB-58BF19DE31CD}" srcOrd="3" destOrd="0" presId="urn:microsoft.com/office/officeart/2018/5/layout/IconCircleLabelList"/>
    <dgm:cxn modelId="{C2B99BEA-C002-4D69-8B9A-F8859A67EEF6}" type="presParOf" srcId="{C3AE3CF8-B2C1-47ED-AF2E-16FADF8EC98B}" destId="{B064A1BF-6A88-4197-8A13-A0EE4E8A1C03}" srcOrd="4" destOrd="0" presId="urn:microsoft.com/office/officeart/2018/5/layout/IconCircleLabelList"/>
    <dgm:cxn modelId="{49E21FD9-0002-473F-AAC8-7430177A63E2}" type="presParOf" srcId="{B064A1BF-6A88-4197-8A13-A0EE4E8A1C03}" destId="{9B7FD410-4B34-4FE2-A1CD-60204034D85B}" srcOrd="0" destOrd="0" presId="urn:microsoft.com/office/officeart/2018/5/layout/IconCircleLabelList"/>
    <dgm:cxn modelId="{39B8131B-BCF5-4F15-B493-85492699D2C4}" type="presParOf" srcId="{B064A1BF-6A88-4197-8A13-A0EE4E8A1C03}" destId="{BA669AC8-350F-4D00-AF5A-520398555A24}" srcOrd="1" destOrd="0" presId="urn:microsoft.com/office/officeart/2018/5/layout/IconCircleLabelList"/>
    <dgm:cxn modelId="{172DEFA4-0A49-494B-9804-7980EDA041DE}" type="presParOf" srcId="{B064A1BF-6A88-4197-8A13-A0EE4E8A1C03}" destId="{5794622C-8005-4DC1-85BD-4C1B85B36414}" srcOrd="2" destOrd="0" presId="urn:microsoft.com/office/officeart/2018/5/layout/IconCircleLabelList"/>
    <dgm:cxn modelId="{8BE33D96-ABEF-42FD-AFDD-58377D306F04}" type="presParOf" srcId="{B064A1BF-6A88-4197-8A13-A0EE4E8A1C03}" destId="{536735EE-EF22-4829-B207-FFF3E674837F}" srcOrd="3" destOrd="0" presId="urn:microsoft.com/office/officeart/2018/5/layout/IconCircleLabelList"/>
    <dgm:cxn modelId="{419D23BA-61B5-4145-B16A-68C56D52F8D5}" type="presParOf" srcId="{C3AE3CF8-B2C1-47ED-AF2E-16FADF8EC98B}" destId="{0388ABDF-F4CC-4EA7-A2B8-DD7E062F9FAA}" srcOrd="5" destOrd="0" presId="urn:microsoft.com/office/officeart/2018/5/layout/IconCircleLabelList"/>
    <dgm:cxn modelId="{C73C8CC1-9EBB-4C8B-A7BF-1787D3F8A567}" type="presParOf" srcId="{C3AE3CF8-B2C1-47ED-AF2E-16FADF8EC98B}" destId="{6D313FC9-F6D1-4167-A0CC-08836FC93C00}" srcOrd="6" destOrd="0" presId="urn:microsoft.com/office/officeart/2018/5/layout/IconCircleLabelList"/>
    <dgm:cxn modelId="{6B1E14ED-747D-432A-BB02-D5884FAB011F}" type="presParOf" srcId="{6D313FC9-F6D1-4167-A0CC-08836FC93C00}" destId="{1F78359E-BA85-41D8-9A9B-DAE5249DA855}" srcOrd="0" destOrd="0" presId="urn:microsoft.com/office/officeart/2018/5/layout/IconCircleLabelList"/>
    <dgm:cxn modelId="{2FCC3085-8BF0-45D7-BED8-BFFBC84B33A5}" type="presParOf" srcId="{6D313FC9-F6D1-4167-A0CC-08836FC93C00}" destId="{391D4C9F-0CE9-4F65-98C9-2E813E4C1520}" srcOrd="1" destOrd="0" presId="urn:microsoft.com/office/officeart/2018/5/layout/IconCircleLabelList"/>
    <dgm:cxn modelId="{23FAB5F1-646E-4C10-8B4A-A227EB28BBA0}" type="presParOf" srcId="{6D313FC9-F6D1-4167-A0CC-08836FC93C00}" destId="{E59FD12C-43ED-4438-9656-C65561F5439E}" srcOrd="2" destOrd="0" presId="urn:microsoft.com/office/officeart/2018/5/layout/IconCircleLabelList"/>
    <dgm:cxn modelId="{C67D5F14-DCC7-4A39-B724-5706662CBADB}" type="presParOf" srcId="{6D313FC9-F6D1-4167-A0CC-08836FC93C00}" destId="{1EC38F10-727E-4CBF-A5B4-EA7A694680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103855-2888-4ABB-9CF9-FC8F8BD437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E731DC-C913-434C-AEB0-2E963B4370D5}">
      <dgm:prSet/>
      <dgm:spPr/>
      <dgm:t>
        <a:bodyPr/>
        <a:lstStyle/>
        <a:p>
          <a:r>
            <a:rPr lang="en-US" b="0" i="0" dirty="0"/>
            <a:t>Monitoring traffic flow in real time</a:t>
          </a:r>
          <a:endParaRPr lang="en-US" dirty="0"/>
        </a:p>
      </dgm:t>
    </dgm:pt>
    <dgm:pt modelId="{33D50D3A-3022-4297-B5FE-0556028A9AFF}" type="parTrans" cxnId="{84343530-5569-48CC-B38F-67566CF28E4E}">
      <dgm:prSet/>
      <dgm:spPr/>
      <dgm:t>
        <a:bodyPr/>
        <a:lstStyle/>
        <a:p>
          <a:endParaRPr lang="en-US"/>
        </a:p>
      </dgm:t>
    </dgm:pt>
    <dgm:pt modelId="{63BB0254-331F-40B4-8AFB-9D38166E0E99}" type="sibTrans" cxnId="{84343530-5569-48CC-B38F-67566CF28E4E}">
      <dgm:prSet/>
      <dgm:spPr/>
      <dgm:t>
        <a:bodyPr/>
        <a:lstStyle/>
        <a:p>
          <a:endParaRPr lang="en-US"/>
        </a:p>
      </dgm:t>
    </dgm:pt>
    <dgm:pt modelId="{C69123D5-D299-48C3-A2FD-F5727C9DB759}">
      <dgm:prSet/>
      <dgm:spPr/>
      <dgm:t>
        <a:bodyPr/>
        <a:lstStyle/>
        <a:p>
          <a:r>
            <a:rPr lang="en-US" b="0" i="0" dirty="0"/>
            <a:t>Predicting congestion before it occurs</a:t>
          </a:r>
          <a:endParaRPr lang="en-US" dirty="0"/>
        </a:p>
      </dgm:t>
    </dgm:pt>
    <dgm:pt modelId="{7D9AB6F6-6AD5-4A7F-8DB0-EFEAD1DBD8B7}" type="parTrans" cxnId="{E3868A9F-5983-4480-9323-750B5BE12270}">
      <dgm:prSet/>
      <dgm:spPr/>
      <dgm:t>
        <a:bodyPr/>
        <a:lstStyle/>
        <a:p>
          <a:endParaRPr lang="en-US"/>
        </a:p>
      </dgm:t>
    </dgm:pt>
    <dgm:pt modelId="{E0C4E20D-EF5D-4DED-91CC-2A5A6114F74F}" type="sibTrans" cxnId="{E3868A9F-5983-4480-9323-750B5BE12270}">
      <dgm:prSet/>
      <dgm:spPr/>
      <dgm:t>
        <a:bodyPr/>
        <a:lstStyle/>
        <a:p>
          <a:endParaRPr lang="en-US"/>
        </a:p>
      </dgm:t>
    </dgm:pt>
    <dgm:pt modelId="{4506E111-485F-4FC7-A2E1-507D1A53CA38}">
      <dgm:prSet/>
      <dgm:spPr/>
      <dgm:t>
        <a:bodyPr/>
        <a:lstStyle/>
        <a:p>
          <a:r>
            <a:rPr lang="en-US" b="0" i="0" dirty="0"/>
            <a:t>Optimizing </a:t>
          </a:r>
          <a:r>
            <a:rPr lang="en-US" b="0" i="0" dirty="0">
              <a:latin typeface="Century Gothic" panose="020B0502020202020204"/>
            </a:rPr>
            <a:t>traffic-light</a:t>
          </a:r>
          <a:r>
            <a:rPr lang="en-US" b="0" i="0" dirty="0"/>
            <a:t> timing</a:t>
          </a:r>
          <a:endParaRPr lang="en-US" dirty="0"/>
        </a:p>
      </dgm:t>
    </dgm:pt>
    <dgm:pt modelId="{34D94BEE-2E4C-44BA-B8BF-6A5609CC3BCA}" type="parTrans" cxnId="{E870164D-1E17-40C5-BA6B-F728AEE2BBB2}">
      <dgm:prSet/>
      <dgm:spPr/>
      <dgm:t>
        <a:bodyPr/>
        <a:lstStyle/>
        <a:p>
          <a:endParaRPr lang="en-US"/>
        </a:p>
      </dgm:t>
    </dgm:pt>
    <dgm:pt modelId="{A9B364A6-29B5-4B02-B862-D37BB7C90BAE}" type="sibTrans" cxnId="{E870164D-1E17-40C5-BA6B-F728AEE2BBB2}">
      <dgm:prSet/>
      <dgm:spPr/>
      <dgm:t>
        <a:bodyPr/>
        <a:lstStyle/>
        <a:p>
          <a:endParaRPr lang="en-US"/>
        </a:p>
      </dgm:t>
    </dgm:pt>
    <dgm:pt modelId="{3529E52E-6FDF-41D7-9586-DDED7F39F1EA}">
      <dgm:prSet/>
      <dgm:spPr/>
      <dgm:t>
        <a:bodyPr/>
        <a:lstStyle/>
        <a:p>
          <a:r>
            <a:rPr lang="en-US" b="0" i="0" dirty="0"/>
            <a:t>Reducing travel time and fuel consumption</a:t>
          </a:r>
          <a:endParaRPr lang="en-US" dirty="0"/>
        </a:p>
      </dgm:t>
    </dgm:pt>
    <dgm:pt modelId="{42226447-2F6B-47F5-8C97-1A566001E321}" type="parTrans" cxnId="{33CD46E5-1E22-4F07-BA90-0AADD981CD01}">
      <dgm:prSet/>
      <dgm:spPr/>
      <dgm:t>
        <a:bodyPr/>
        <a:lstStyle/>
        <a:p>
          <a:endParaRPr lang="en-US"/>
        </a:p>
      </dgm:t>
    </dgm:pt>
    <dgm:pt modelId="{1704EC97-5CBD-437F-9AF8-1129C0D98583}" type="sibTrans" cxnId="{33CD46E5-1E22-4F07-BA90-0AADD981CD01}">
      <dgm:prSet/>
      <dgm:spPr/>
      <dgm:t>
        <a:bodyPr/>
        <a:lstStyle/>
        <a:p>
          <a:endParaRPr lang="en-US"/>
        </a:p>
      </dgm:t>
    </dgm:pt>
    <dgm:pt modelId="{E68539DC-83F5-4AA4-BA16-1E92FFB19CE5}" type="pres">
      <dgm:prSet presAssocID="{BC103855-2888-4ABB-9CF9-FC8F8BD437A2}" presName="root" presStyleCnt="0">
        <dgm:presLayoutVars>
          <dgm:dir/>
          <dgm:resizeHandles val="exact"/>
        </dgm:presLayoutVars>
      </dgm:prSet>
      <dgm:spPr/>
    </dgm:pt>
    <dgm:pt modelId="{955A77A8-896D-46E9-906C-338E3462ECFB}" type="pres">
      <dgm:prSet presAssocID="{DBE731DC-C913-434C-AEB0-2E963B4370D5}" presName="compNode" presStyleCnt="0"/>
      <dgm:spPr/>
    </dgm:pt>
    <dgm:pt modelId="{8A71F672-48F4-4148-BE0E-1174E1DF564B}" type="pres">
      <dgm:prSet presAssocID="{DBE731DC-C913-434C-AEB0-2E963B4370D5}" presName="bgRect" presStyleLbl="bgShp" presStyleIdx="0" presStyleCnt="4"/>
      <dgm:spPr/>
    </dgm:pt>
    <dgm:pt modelId="{12A56EA7-3B7E-4A54-9292-3DC401200D87}" type="pres">
      <dgm:prSet presAssocID="{DBE731DC-C913-434C-AEB0-2E963B4370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40E60E4-D560-4F48-8666-ADC12426390C}" type="pres">
      <dgm:prSet presAssocID="{DBE731DC-C913-434C-AEB0-2E963B4370D5}" presName="spaceRect" presStyleCnt="0"/>
      <dgm:spPr/>
    </dgm:pt>
    <dgm:pt modelId="{A930A910-107C-455A-8AD7-E0168C44EDBB}" type="pres">
      <dgm:prSet presAssocID="{DBE731DC-C913-434C-AEB0-2E963B4370D5}" presName="parTx" presStyleLbl="revTx" presStyleIdx="0" presStyleCnt="4">
        <dgm:presLayoutVars>
          <dgm:chMax val="0"/>
          <dgm:chPref val="0"/>
        </dgm:presLayoutVars>
      </dgm:prSet>
      <dgm:spPr/>
    </dgm:pt>
    <dgm:pt modelId="{103764C0-6A4C-40A4-BFDF-CDA292B130AC}" type="pres">
      <dgm:prSet presAssocID="{63BB0254-331F-40B4-8AFB-9D38166E0E99}" presName="sibTrans" presStyleCnt="0"/>
      <dgm:spPr/>
    </dgm:pt>
    <dgm:pt modelId="{1214617C-3754-4304-86AE-0F2CEC02E065}" type="pres">
      <dgm:prSet presAssocID="{C69123D5-D299-48C3-A2FD-F5727C9DB759}" presName="compNode" presStyleCnt="0"/>
      <dgm:spPr/>
    </dgm:pt>
    <dgm:pt modelId="{BC6EE186-2903-4AEE-90FA-DA6C18D22B87}" type="pres">
      <dgm:prSet presAssocID="{C69123D5-D299-48C3-A2FD-F5727C9DB759}" presName="bgRect" presStyleLbl="bgShp" presStyleIdx="1" presStyleCnt="4"/>
      <dgm:spPr/>
    </dgm:pt>
    <dgm:pt modelId="{FD26F11E-21C8-4ED0-A828-3B21FD0780E1}" type="pres">
      <dgm:prSet presAssocID="{C69123D5-D299-48C3-A2FD-F5727C9DB7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08A7D71-45D2-4EED-97BC-709EFDB96655}" type="pres">
      <dgm:prSet presAssocID="{C69123D5-D299-48C3-A2FD-F5727C9DB759}" presName="spaceRect" presStyleCnt="0"/>
      <dgm:spPr/>
    </dgm:pt>
    <dgm:pt modelId="{5FCEF478-95D6-4C87-A617-5F36D64858A2}" type="pres">
      <dgm:prSet presAssocID="{C69123D5-D299-48C3-A2FD-F5727C9DB759}" presName="parTx" presStyleLbl="revTx" presStyleIdx="1" presStyleCnt="4">
        <dgm:presLayoutVars>
          <dgm:chMax val="0"/>
          <dgm:chPref val="0"/>
        </dgm:presLayoutVars>
      </dgm:prSet>
      <dgm:spPr/>
    </dgm:pt>
    <dgm:pt modelId="{285543D7-85D8-4622-B105-9F27CC1A3022}" type="pres">
      <dgm:prSet presAssocID="{E0C4E20D-EF5D-4DED-91CC-2A5A6114F74F}" presName="sibTrans" presStyleCnt="0"/>
      <dgm:spPr/>
    </dgm:pt>
    <dgm:pt modelId="{77A6394E-DF40-4561-BB5F-90A9FF2AE0A1}" type="pres">
      <dgm:prSet presAssocID="{4506E111-485F-4FC7-A2E1-507D1A53CA38}" presName="compNode" presStyleCnt="0"/>
      <dgm:spPr/>
    </dgm:pt>
    <dgm:pt modelId="{15D13A49-CE78-4CC1-AF38-86FA6E1A5951}" type="pres">
      <dgm:prSet presAssocID="{4506E111-485F-4FC7-A2E1-507D1A53CA38}" presName="bgRect" presStyleLbl="bgShp" presStyleIdx="2" presStyleCnt="4"/>
      <dgm:spPr/>
    </dgm:pt>
    <dgm:pt modelId="{D38385B4-73BA-4E33-AAAA-D41F96037656}" type="pres">
      <dgm:prSet presAssocID="{4506E111-485F-4FC7-A2E1-507D1A53CA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5304FA31-EAD1-4E7E-A519-4E285C490C3A}" type="pres">
      <dgm:prSet presAssocID="{4506E111-485F-4FC7-A2E1-507D1A53CA38}" presName="spaceRect" presStyleCnt="0"/>
      <dgm:spPr/>
    </dgm:pt>
    <dgm:pt modelId="{31E29FC6-9A0D-4A87-931E-DE58D00D7401}" type="pres">
      <dgm:prSet presAssocID="{4506E111-485F-4FC7-A2E1-507D1A53CA38}" presName="parTx" presStyleLbl="revTx" presStyleIdx="2" presStyleCnt="4">
        <dgm:presLayoutVars>
          <dgm:chMax val="0"/>
          <dgm:chPref val="0"/>
        </dgm:presLayoutVars>
      </dgm:prSet>
      <dgm:spPr/>
    </dgm:pt>
    <dgm:pt modelId="{04FF7906-77B5-460F-AE9D-84CEB74F7FB8}" type="pres">
      <dgm:prSet presAssocID="{A9B364A6-29B5-4B02-B862-D37BB7C90BAE}" presName="sibTrans" presStyleCnt="0"/>
      <dgm:spPr/>
    </dgm:pt>
    <dgm:pt modelId="{E34529F7-A617-41B3-B38D-86B6F099110A}" type="pres">
      <dgm:prSet presAssocID="{3529E52E-6FDF-41D7-9586-DDED7F39F1EA}" presName="compNode" presStyleCnt="0"/>
      <dgm:spPr/>
    </dgm:pt>
    <dgm:pt modelId="{444B8F1C-3962-4C07-84DE-9E9B6362211D}" type="pres">
      <dgm:prSet presAssocID="{3529E52E-6FDF-41D7-9586-DDED7F39F1EA}" presName="bgRect" presStyleLbl="bgShp" presStyleIdx="3" presStyleCnt="4"/>
      <dgm:spPr/>
    </dgm:pt>
    <dgm:pt modelId="{24A1FAFA-D06B-42D5-AAC5-E0E4A49348BC}" type="pres">
      <dgm:prSet presAssocID="{3529E52E-6FDF-41D7-9586-DDED7F39F1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BD19D9ED-96BB-4C43-95CA-AFB8C6D93E50}" type="pres">
      <dgm:prSet presAssocID="{3529E52E-6FDF-41D7-9586-DDED7F39F1EA}" presName="spaceRect" presStyleCnt="0"/>
      <dgm:spPr/>
    </dgm:pt>
    <dgm:pt modelId="{33E30A2B-9FCA-4890-B1B4-3458C9A16B09}" type="pres">
      <dgm:prSet presAssocID="{3529E52E-6FDF-41D7-9586-DDED7F39F1E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384B104-C525-404B-BA65-54BEE2613CEF}" type="presOf" srcId="{3529E52E-6FDF-41D7-9586-DDED7F39F1EA}" destId="{33E30A2B-9FCA-4890-B1B4-3458C9A16B09}" srcOrd="0" destOrd="0" presId="urn:microsoft.com/office/officeart/2018/2/layout/IconVerticalSolidList"/>
    <dgm:cxn modelId="{84343530-5569-48CC-B38F-67566CF28E4E}" srcId="{BC103855-2888-4ABB-9CF9-FC8F8BD437A2}" destId="{DBE731DC-C913-434C-AEB0-2E963B4370D5}" srcOrd="0" destOrd="0" parTransId="{33D50D3A-3022-4297-B5FE-0556028A9AFF}" sibTransId="{63BB0254-331F-40B4-8AFB-9D38166E0E99}"/>
    <dgm:cxn modelId="{1C716943-592C-4AB6-9866-0BB67F831553}" type="presOf" srcId="{4506E111-485F-4FC7-A2E1-507D1A53CA38}" destId="{31E29FC6-9A0D-4A87-931E-DE58D00D7401}" srcOrd="0" destOrd="0" presId="urn:microsoft.com/office/officeart/2018/2/layout/IconVerticalSolidList"/>
    <dgm:cxn modelId="{E870164D-1E17-40C5-BA6B-F728AEE2BBB2}" srcId="{BC103855-2888-4ABB-9CF9-FC8F8BD437A2}" destId="{4506E111-485F-4FC7-A2E1-507D1A53CA38}" srcOrd="2" destOrd="0" parTransId="{34D94BEE-2E4C-44BA-B8BF-6A5609CC3BCA}" sibTransId="{A9B364A6-29B5-4B02-B862-D37BB7C90BAE}"/>
    <dgm:cxn modelId="{15E58C8E-A65A-4F06-A648-207F24BFA26A}" type="presOf" srcId="{BC103855-2888-4ABB-9CF9-FC8F8BD437A2}" destId="{E68539DC-83F5-4AA4-BA16-1E92FFB19CE5}" srcOrd="0" destOrd="0" presId="urn:microsoft.com/office/officeart/2018/2/layout/IconVerticalSolidList"/>
    <dgm:cxn modelId="{7932E093-12E6-4955-A37C-0193BBD8B5F2}" type="presOf" srcId="{DBE731DC-C913-434C-AEB0-2E963B4370D5}" destId="{A930A910-107C-455A-8AD7-E0168C44EDBB}" srcOrd="0" destOrd="0" presId="urn:microsoft.com/office/officeart/2018/2/layout/IconVerticalSolidList"/>
    <dgm:cxn modelId="{1E7B1696-7E4A-4FEC-8F86-D4AC095C4541}" type="presOf" srcId="{C69123D5-D299-48C3-A2FD-F5727C9DB759}" destId="{5FCEF478-95D6-4C87-A617-5F36D64858A2}" srcOrd="0" destOrd="0" presId="urn:microsoft.com/office/officeart/2018/2/layout/IconVerticalSolidList"/>
    <dgm:cxn modelId="{E3868A9F-5983-4480-9323-750B5BE12270}" srcId="{BC103855-2888-4ABB-9CF9-FC8F8BD437A2}" destId="{C69123D5-D299-48C3-A2FD-F5727C9DB759}" srcOrd="1" destOrd="0" parTransId="{7D9AB6F6-6AD5-4A7F-8DB0-EFEAD1DBD8B7}" sibTransId="{E0C4E20D-EF5D-4DED-91CC-2A5A6114F74F}"/>
    <dgm:cxn modelId="{33CD46E5-1E22-4F07-BA90-0AADD981CD01}" srcId="{BC103855-2888-4ABB-9CF9-FC8F8BD437A2}" destId="{3529E52E-6FDF-41D7-9586-DDED7F39F1EA}" srcOrd="3" destOrd="0" parTransId="{42226447-2F6B-47F5-8C97-1A566001E321}" sibTransId="{1704EC97-5CBD-437F-9AF8-1129C0D98583}"/>
    <dgm:cxn modelId="{D5D20476-7182-4DA2-9DDB-2A8F60E8EE07}" type="presParOf" srcId="{E68539DC-83F5-4AA4-BA16-1E92FFB19CE5}" destId="{955A77A8-896D-46E9-906C-338E3462ECFB}" srcOrd="0" destOrd="0" presId="urn:microsoft.com/office/officeart/2018/2/layout/IconVerticalSolidList"/>
    <dgm:cxn modelId="{615C5E89-DB4A-49A0-8C7F-B76A9A6DA390}" type="presParOf" srcId="{955A77A8-896D-46E9-906C-338E3462ECFB}" destId="{8A71F672-48F4-4148-BE0E-1174E1DF564B}" srcOrd="0" destOrd="0" presId="urn:microsoft.com/office/officeart/2018/2/layout/IconVerticalSolidList"/>
    <dgm:cxn modelId="{C4D3614C-1A2C-449B-8893-9B4D79A6C6D4}" type="presParOf" srcId="{955A77A8-896D-46E9-906C-338E3462ECFB}" destId="{12A56EA7-3B7E-4A54-9292-3DC401200D87}" srcOrd="1" destOrd="0" presId="urn:microsoft.com/office/officeart/2018/2/layout/IconVerticalSolidList"/>
    <dgm:cxn modelId="{B521034D-C6BD-4AC0-84F4-4C0739D50EF7}" type="presParOf" srcId="{955A77A8-896D-46E9-906C-338E3462ECFB}" destId="{C40E60E4-D560-4F48-8666-ADC12426390C}" srcOrd="2" destOrd="0" presId="urn:microsoft.com/office/officeart/2018/2/layout/IconVerticalSolidList"/>
    <dgm:cxn modelId="{6EDFAC1E-0EB0-445F-84E4-C5FBA277C48B}" type="presParOf" srcId="{955A77A8-896D-46E9-906C-338E3462ECFB}" destId="{A930A910-107C-455A-8AD7-E0168C44EDBB}" srcOrd="3" destOrd="0" presId="urn:microsoft.com/office/officeart/2018/2/layout/IconVerticalSolidList"/>
    <dgm:cxn modelId="{B5CD1116-9E93-4E79-98F6-DB58DE824A16}" type="presParOf" srcId="{E68539DC-83F5-4AA4-BA16-1E92FFB19CE5}" destId="{103764C0-6A4C-40A4-BFDF-CDA292B130AC}" srcOrd="1" destOrd="0" presId="urn:microsoft.com/office/officeart/2018/2/layout/IconVerticalSolidList"/>
    <dgm:cxn modelId="{3A250F9B-8359-4A88-98DA-A9F9A9B18032}" type="presParOf" srcId="{E68539DC-83F5-4AA4-BA16-1E92FFB19CE5}" destId="{1214617C-3754-4304-86AE-0F2CEC02E065}" srcOrd="2" destOrd="0" presId="urn:microsoft.com/office/officeart/2018/2/layout/IconVerticalSolidList"/>
    <dgm:cxn modelId="{5828DA78-6498-4120-B474-693516250237}" type="presParOf" srcId="{1214617C-3754-4304-86AE-0F2CEC02E065}" destId="{BC6EE186-2903-4AEE-90FA-DA6C18D22B87}" srcOrd="0" destOrd="0" presId="urn:microsoft.com/office/officeart/2018/2/layout/IconVerticalSolidList"/>
    <dgm:cxn modelId="{7D152D29-C932-4FDE-AD75-0C3201429FF4}" type="presParOf" srcId="{1214617C-3754-4304-86AE-0F2CEC02E065}" destId="{FD26F11E-21C8-4ED0-A828-3B21FD0780E1}" srcOrd="1" destOrd="0" presId="urn:microsoft.com/office/officeart/2018/2/layout/IconVerticalSolidList"/>
    <dgm:cxn modelId="{DDDEC772-7C23-42A8-A8D1-25DA9273E36E}" type="presParOf" srcId="{1214617C-3754-4304-86AE-0F2CEC02E065}" destId="{208A7D71-45D2-4EED-97BC-709EFDB96655}" srcOrd="2" destOrd="0" presId="urn:microsoft.com/office/officeart/2018/2/layout/IconVerticalSolidList"/>
    <dgm:cxn modelId="{1A6E5475-6168-4009-90F1-5EB185339A44}" type="presParOf" srcId="{1214617C-3754-4304-86AE-0F2CEC02E065}" destId="{5FCEF478-95D6-4C87-A617-5F36D64858A2}" srcOrd="3" destOrd="0" presId="urn:microsoft.com/office/officeart/2018/2/layout/IconVerticalSolidList"/>
    <dgm:cxn modelId="{3DCEBB96-1843-46FC-BB29-996E073B2D4E}" type="presParOf" srcId="{E68539DC-83F5-4AA4-BA16-1E92FFB19CE5}" destId="{285543D7-85D8-4622-B105-9F27CC1A3022}" srcOrd="3" destOrd="0" presId="urn:microsoft.com/office/officeart/2018/2/layout/IconVerticalSolidList"/>
    <dgm:cxn modelId="{15409B54-4985-42EF-A28B-694F5A7FCD3C}" type="presParOf" srcId="{E68539DC-83F5-4AA4-BA16-1E92FFB19CE5}" destId="{77A6394E-DF40-4561-BB5F-90A9FF2AE0A1}" srcOrd="4" destOrd="0" presId="urn:microsoft.com/office/officeart/2018/2/layout/IconVerticalSolidList"/>
    <dgm:cxn modelId="{4D449082-1DF0-4270-87F7-5E2D2FC07FD2}" type="presParOf" srcId="{77A6394E-DF40-4561-BB5F-90A9FF2AE0A1}" destId="{15D13A49-CE78-4CC1-AF38-86FA6E1A5951}" srcOrd="0" destOrd="0" presId="urn:microsoft.com/office/officeart/2018/2/layout/IconVerticalSolidList"/>
    <dgm:cxn modelId="{8AE96174-E043-4131-AE04-DA44FEFAE718}" type="presParOf" srcId="{77A6394E-DF40-4561-BB5F-90A9FF2AE0A1}" destId="{D38385B4-73BA-4E33-AAAA-D41F96037656}" srcOrd="1" destOrd="0" presId="urn:microsoft.com/office/officeart/2018/2/layout/IconVerticalSolidList"/>
    <dgm:cxn modelId="{8E6123F0-6AA3-4982-822A-9074744E5719}" type="presParOf" srcId="{77A6394E-DF40-4561-BB5F-90A9FF2AE0A1}" destId="{5304FA31-EAD1-4E7E-A519-4E285C490C3A}" srcOrd="2" destOrd="0" presId="urn:microsoft.com/office/officeart/2018/2/layout/IconVerticalSolidList"/>
    <dgm:cxn modelId="{C48C9167-A672-43A7-B61C-0C5D2D168F2C}" type="presParOf" srcId="{77A6394E-DF40-4561-BB5F-90A9FF2AE0A1}" destId="{31E29FC6-9A0D-4A87-931E-DE58D00D7401}" srcOrd="3" destOrd="0" presId="urn:microsoft.com/office/officeart/2018/2/layout/IconVerticalSolidList"/>
    <dgm:cxn modelId="{DA5064EA-DCCD-4EA2-A5FE-25FBF3C64BA0}" type="presParOf" srcId="{E68539DC-83F5-4AA4-BA16-1E92FFB19CE5}" destId="{04FF7906-77B5-460F-AE9D-84CEB74F7FB8}" srcOrd="5" destOrd="0" presId="urn:microsoft.com/office/officeart/2018/2/layout/IconVerticalSolidList"/>
    <dgm:cxn modelId="{FE3DD1F1-E077-4915-B795-0390AA1E0319}" type="presParOf" srcId="{E68539DC-83F5-4AA4-BA16-1E92FFB19CE5}" destId="{E34529F7-A617-41B3-B38D-86B6F099110A}" srcOrd="6" destOrd="0" presId="urn:microsoft.com/office/officeart/2018/2/layout/IconVerticalSolidList"/>
    <dgm:cxn modelId="{F0839CF1-7B22-41D3-9491-0FE101198765}" type="presParOf" srcId="{E34529F7-A617-41B3-B38D-86B6F099110A}" destId="{444B8F1C-3962-4C07-84DE-9E9B6362211D}" srcOrd="0" destOrd="0" presId="urn:microsoft.com/office/officeart/2018/2/layout/IconVerticalSolidList"/>
    <dgm:cxn modelId="{070D62EE-2B32-4B89-948D-91FDF292A196}" type="presParOf" srcId="{E34529F7-A617-41B3-B38D-86B6F099110A}" destId="{24A1FAFA-D06B-42D5-AAC5-E0E4A49348BC}" srcOrd="1" destOrd="0" presId="urn:microsoft.com/office/officeart/2018/2/layout/IconVerticalSolidList"/>
    <dgm:cxn modelId="{D5C1C70A-8870-48A7-960A-D51CB36DF076}" type="presParOf" srcId="{E34529F7-A617-41B3-B38D-86B6F099110A}" destId="{BD19D9ED-96BB-4C43-95CA-AFB8C6D93E50}" srcOrd="2" destOrd="0" presId="urn:microsoft.com/office/officeart/2018/2/layout/IconVerticalSolidList"/>
    <dgm:cxn modelId="{0EED4C09-F626-48EA-A284-533C46EF9C36}" type="presParOf" srcId="{E34529F7-A617-41B3-B38D-86B6F099110A}" destId="{33E30A2B-9FCA-4890-B1B4-3458C9A16B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C8CBB-0E14-4B14-806A-F6CD6B4CF19A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A5D49-D44C-4A05-B698-2E4B918986E3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E6169-10FB-4C1D-B4A7-0476193AD6DF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Volume</a:t>
          </a:r>
          <a:r>
            <a:rPr lang="en-US" sz="1700" kern="1200"/>
            <a:t> – extremely large datasets from millions of devices</a:t>
          </a:r>
        </a:p>
      </dsp:txBody>
      <dsp:txXfrm>
        <a:off x="77216" y="2624638"/>
        <a:ext cx="3206250" cy="720000"/>
      </dsp:txXfrm>
    </dsp:sp>
    <dsp:sp modelId="{59F1D734-2C0A-4A9A-A61D-78388DE56F2E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CB560-408F-4572-AC65-39910594F8BD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5F5E7-74D6-4FE3-B60F-794F516F4EC0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Velocity</a:t>
          </a:r>
          <a:r>
            <a:rPr lang="en-US" sz="1700" kern="1200"/>
            <a:t> – data generated and processed in real time</a:t>
          </a:r>
        </a:p>
      </dsp:txBody>
      <dsp:txXfrm>
        <a:off x="3844559" y="2624638"/>
        <a:ext cx="3206250" cy="720000"/>
      </dsp:txXfrm>
    </dsp:sp>
    <dsp:sp modelId="{858BB8C5-2D82-4739-A630-E55CC7A6487D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B0E2A-4C92-442D-A993-FFD3658D77B7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A63D-D3E4-4BE9-A9F0-4DD8C213AFD4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Variety</a:t>
          </a:r>
          <a:r>
            <a:rPr lang="en-US" sz="1700" kern="1200"/>
            <a:t> – structured, semi-structured, and unstructured data</a:t>
          </a:r>
        </a:p>
      </dsp:txBody>
      <dsp:txXfrm>
        <a:off x="7611903" y="2624638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BFCDA-F3FE-4EED-BF00-AB1CE80E3BC5}">
      <dsp:nvSpPr>
        <dsp:cNvPr id="0" name=""/>
        <dsp:cNvSpPr/>
      </dsp:nvSpPr>
      <dsp:spPr>
        <a:xfrm>
          <a:off x="550892" y="394754"/>
          <a:ext cx="1444760" cy="14447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31719-070A-4D02-828B-D4DA3B514332}">
      <dsp:nvSpPr>
        <dsp:cNvPr id="0" name=""/>
        <dsp:cNvSpPr/>
      </dsp:nvSpPr>
      <dsp:spPr>
        <a:xfrm>
          <a:off x="858792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4B118-7CD2-4E04-A347-803324689DF7}">
      <dsp:nvSpPr>
        <dsp:cNvPr id="0" name=""/>
        <dsp:cNvSpPr/>
      </dsp:nvSpPr>
      <dsp:spPr>
        <a:xfrm>
          <a:off x="89042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dirty="0">
              <a:latin typeface="Century Gothic" panose="020B0502020202020204"/>
            </a:rPr>
            <a:t>Clustering algorithms</a:t>
          </a:r>
          <a:r>
            <a:rPr lang="en-US" sz="1400" b="0" i="0" kern="1200" dirty="0">
              <a:latin typeface="Century Gothic" panose="020B0502020202020204"/>
            </a:rPr>
            <a:t> – </a:t>
          </a:r>
          <a:r>
            <a:rPr lang="en-US" sz="1400" b="0" i="0" kern="1200" dirty="0"/>
            <a:t>identifying traffic or usage patterns</a:t>
          </a:r>
          <a:endParaRPr lang="en-US" sz="1400" b="0" i="0" kern="1200" dirty="0">
            <a:latin typeface="Century Gothic" panose="020B0502020202020204"/>
          </a:endParaRPr>
        </a:p>
      </dsp:txBody>
      <dsp:txXfrm>
        <a:off x="89042" y="2289522"/>
        <a:ext cx="2368460" cy="720000"/>
      </dsp:txXfrm>
    </dsp:sp>
    <dsp:sp modelId="{29EE506F-7BFB-4FBF-A891-D3A9D33EE89D}">
      <dsp:nvSpPr>
        <dsp:cNvPr id="0" name=""/>
        <dsp:cNvSpPr/>
      </dsp:nvSpPr>
      <dsp:spPr>
        <a:xfrm>
          <a:off x="3333833" y="394754"/>
          <a:ext cx="1444760" cy="14447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B8C9B-0736-4A97-8859-028798A4495B}">
      <dsp:nvSpPr>
        <dsp:cNvPr id="0" name=""/>
        <dsp:cNvSpPr/>
      </dsp:nvSpPr>
      <dsp:spPr>
        <a:xfrm>
          <a:off x="3641733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E3A39-86B5-4E83-9EB3-6CB88CC5F845}">
      <dsp:nvSpPr>
        <dsp:cNvPr id="0" name=""/>
        <dsp:cNvSpPr/>
      </dsp:nvSpPr>
      <dsp:spPr>
        <a:xfrm>
          <a:off x="2871984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dirty="0"/>
            <a:t>Time-series forecasting</a:t>
          </a:r>
          <a:r>
            <a:rPr lang="en-US" sz="1400" b="0" i="0" kern="1200">
              <a:latin typeface="Century Gothic" panose="020B0502020202020204"/>
            </a:rPr>
            <a:t> –</a:t>
          </a:r>
          <a:r>
            <a:rPr lang="en-US" sz="1400" b="0" i="0" kern="1200"/>
            <a:t> predicting energy demand or traffic flow</a:t>
          </a:r>
          <a:endParaRPr lang="en-US" sz="1400" kern="1200"/>
        </a:p>
      </dsp:txBody>
      <dsp:txXfrm>
        <a:off x="2871984" y="2289522"/>
        <a:ext cx="2368460" cy="720000"/>
      </dsp:txXfrm>
    </dsp:sp>
    <dsp:sp modelId="{9B7FD410-4B34-4FE2-A1CD-60204034D85B}">
      <dsp:nvSpPr>
        <dsp:cNvPr id="0" name=""/>
        <dsp:cNvSpPr/>
      </dsp:nvSpPr>
      <dsp:spPr>
        <a:xfrm>
          <a:off x="6116775" y="394754"/>
          <a:ext cx="1444760" cy="144476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69AC8-350F-4D00-AF5A-520398555A24}">
      <dsp:nvSpPr>
        <dsp:cNvPr id="0" name=""/>
        <dsp:cNvSpPr/>
      </dsp:nvSpPr>
      <dsp:spPr>
        <a:xfrm>
          <a:off x="6424675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6735EE-EF22-4829-B207-FFF3E674837F}">
      <dsp:nvSpPr>
        <dsp:cNvPr id="0" name=""/>
        <dsp:cNvSpPr/>
      </dsp:nvSpPr>
      <dsp:spPr>
        <a:xfrm>
          <a:off x="5654925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dirty="0"/>
            <a:t>Machine learning models</a:t>
          </a:r>
          <a:r>
            <a:rPr lang="en-US" sz="1400" b="0" i="0" kern="1200" dirty="0"/>
            <a:t> – classification and prediction tasks</a:t>
          </a:r>
          <a:endParaRPr lang="en-US" sz="1400" kern="1200" dirty="0"/>
        </a:p>
      </dsp:txBody>
      <dsp:txXfrm>
        <a:off x="5654925" y="2289522"/>
        <a:ext cx="2368460" cy="720000"/>
      </dsp:txXfrm>
    </dsp:sp>
    <dsp:sp modelId="{1F78359E-BA85-41D8-9A9B-DAE5249DA855}">
      <dsp:nvSpPr>
        <dsp:cNvPr id="0" name=""/>
        <dsp:cNvSpPr/>
      </dsp:nvSpPr>
      <dsp:spPr>
        <a:xfrm>
          <a:off x="8899716" y="394754"/>
          <a:ext cx="1444760" cy="14447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D4C9F-0CE9-4F65-98C9-2E813E4C1520}">
      <dsp:nvSpPr>
        <dsp:cNvPr id="0" name=""/>
        <dsp:cNvSpPr/>
      </dsp:nvSpPr>
      <dsp:spPr>
        <a:xfrm>
          <a:off x="9207616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38F10-727E-4CBF-A5B4-EA7A69468088}">
      <dsp:nvSpPr>
        <dsp:cNvPr id="0" name=""/>
        <dsp:cNvSpPr/>
      </dsp:nvSpPr>
      <dsp:spPr>
        <a:xfrm>
          <a:off x="8437866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dirty="0"/>
            <a:t>Anomaly detection</a:t>
          </a:r>
          <a:r>
            <a:rPr lang="en-US" sz="1400" b="0" i="0" kern="1200" dirty="0"/>
            <a:t> – detecting faults or unusual behavior</a:t>
          </a:r>
          <a:endParaRPr lang="en-US" sz="1400" kern="1200" dirty="0"/>
        </a:p>
      </dsp:txBody>
      <dsp:txXfrm>
        <a:off x="8437866" y="2289522"/>
        <a:ext cx="236846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1F672-48F4-4148-BE0E-1174E1DF564B}">
      <dsp:nvSpPr>
        <dsp:cNvPr id="0" name=""/>
        <dsp:cNvSpPr/>
      </dsp:nvSpPr>
      <dsp:spPr>
        <a:xfrm>
          <a:off x="0" y="1897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56EA7-3B7E-4A54-9292-3DC401200D87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0A910-107C-455A-8AD7-E0168C44EDBB}">
      <dsp:nvSpPr>
        <dsp:cNvPr id="0" name=""/>
        <dsp:cNvSpPr/>
      </dsp:nvSpPr>
      <dsp:spPr>
        <a:xfrm>
          <a:off x="1110795" y="1897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Monitoring traffic flow in real time</a:t>
          </a:r>
          <a:endParaRPr lang="en-US" sz="2200" kern="1200" dirty="0"/>
        </a:p>
      </dsp:txBody>
      <dsp:txXfrm>
        <a:off x="1110795" y="1897"/>
        <a:ext cx="5385254" cy="961727"/>
      </dsp:txXfrm>
    </dsp:sp>
    <dsp:sp modelId="{BC6EE186-2903-4AEE-90FA-DA6C18D22B87}">
      <dsp:nvSpPr>
        <dsp:cNvPr id="0" name=""/>
        <dsp:cNvSpPr/>
      </dsp:nvSpPr>
      <dsp:spPr>
        <a:xfrm>
          <a:off x="0" y="1204056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6F11E-21C8-4ED0-A828-3B21FD0780E1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EF478-95D6-4C87-A617-5F36D64858A2}">
      <dsp:nvSpPr>
        <dsp:cNvPr id="0" name=""/>
        <dsp:cNvSpPr/>
      </dsp:nvSpPr>
      <dsp:spPr>
        <a:xfrm>
          <a:off x="1110795" y="1204056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Predicting congestion before it occurs</a:t>
          </a:r>
          <a:endParaRPr lang="en-US" sz="2200" kern="1200" dirty="0"/>
        </a:p>
      </dsp:txBody>
      <dsp:txXfrm>
        <a:off x="1110795" y="1204056"/>
        <a:ext cx="5385254" cy="961727"/>
      </dsp:txXfrm>
    </dsp:sp>
    <dsp:sp modelId="{15D13A49-CE78-4CC1-AF38-86FA6E1A5951}">
      <dsp:nvSpPr>
        <dsp:cNvPr id="0" name=""/>
        <dsp:cNvSpPr/>
      </dsp:nvSpPr>
      <dsp:spPr>
        <a:xfrm>
          <a:off x="0" y="240621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385B4-73BA-4E33-AAAA-D41F96037656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29FC6-9A0D-4A87-931E-DE58D00D7401}">
      <dsp:nvSpPr>
        <dsp:cNvPr id="0" name=""/>
        <dsp:cNvSpPr/>
      </dsp:nvSpPr>
      <dsp:spPr>
        <a:xfrm>
          <a:off x="1110795" y="240621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Optimizing </a:t>
          </a:r>
          <a:r>
            <a:rPr lang="en-US" sz="2200" b="0" i="0" kern="1200" dirty="0">
              <a:latin typeface="Century Gothic" panose="020B0502020202020204"/>
            </a:rPr>
            <a:t>traffic-light</a:t>
          </a:r>
          <a:r>
            <a:rPr lang="en-US" sz="2200" b="0" i="0" kern="1200" dirty="0"/>
            <a:t> timing</a:t>
          </a:r>
          <a:endParaRPr lang="en-US" sz="2200" kern="1200" dirty="0"/>
        </a:p>
      </dsp:txBody>
      <dsp:txXfrm>
        <a:off x="1110795" y="2406215"/>
        <a:ext cx="5385254" cy="961727"/>
      </dsp:txXfrm>
    </dsp:sp>
    <dsp:sp modelId="{444B8F1C-3962-4C07-84DE-9E9B6362211D}">
      <dsp:nvSpPr>
        <dsp:cNvPr id="0" name=""/>
        <dsp:cNvSpPr/>
      </dsp:nvSpPr>
      <dsp:spPr>
        <a:xfrm>
          <a:off x="0" y="3608375"/>
          <a:ext cx="6496050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1FAFA-D06B-42D5-AAC5-E0E4A49348BC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30A2B-9FCA-4890-B1B4-3458C9A16B09}">
      <dsp:nvSpPr>
        <dsp:cNvPr id="0" name=""/>
        <dsp:cNvSpPr/>
      </dsp:nvSpPr>
      <dsp:spPr>
        <a:xfrm>
          <a:off x="1110795" y="3608375"/>
          <a:ext cx="538525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Reducing travel time and fuel consumption</a:t>
          </a:r>
          <a:endParaRPr lang="en-US" sz="2200" kern="1200" dirty="0"/>
        </a:p>
      </dsp:txBody>
      <dsp:txXfrm>
        <a:off x="1110795" y="3608375"/>
        <a:ext cx="5385254" cy="961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7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19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5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60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1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2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8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6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0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52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386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8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342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843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529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6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286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4" y="517711"/>
            <a:ext cx="6853423" cy="3329581"/>
          </a:xfrm>
        </p:spPr>
        <p:txBody>
          <a:bodyPr/>
          <a:lstStyle/>
          <a:p>
            <a:r>
              <a:rPr lang="en-US" sz="3200" dirty="0">
                <a:ea typeface="+mj-lt"/>
                <a:cs typeface="+mj-lt"/>
              </a:rPr>
              <a:t>Using Data-Driven Technologies for Smarter Urban Living</a:t>
            </a:r>
            <a:endParaRPr lang="en-US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Murariu Tudor cristian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D2BA63-997A-6CBB-A723-24FCFCC5B2E0}"/>
              </a:ext>
            </a:extLst>
          </p:cNvPr>
          <p:cNvSpPr txBox="1">
            <a:spLocks/>
          </p:cNvSpPr>
          <p:nvPr/>
        </p:nvSpPr>
        <p:spPr>
          <a:xfrm>
            <a:off x="881531" y="-921124"/>
            <a:ext cx="10719452" cy="3329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ea typeface="+mj-lt"/>
                <a:cs typeface="+mj-lt"/>
              </a:rPr>
              <a:t>Big Data in Smart Cities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C9636-A950-CB56-93CD-103F52B3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ea typeface="+mj-lt"/>
                <a:cs typeface="+mj-lt"/>
              </a:rPr>
              <a:t>What Is a Smart 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B486-E382-0FB9-FC6E-3720AA4C5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 </a:t>
            </a:r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smart city</a:t>
            </a: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 uses digital technologies and data analysis to improve:</a:t>
            </a:r>
          </a:p>
          <a:p>
            <a:pPr marL="0" indent="0">
              <a:lnSpc>
                <a:spcPct val="90000"/>
              </a:lnSpc>
              <a:buNone/>
            </a:pPr>
            <a:endParaRPr lang="en-US">
              <a:solidFill>
                <a:srgbClr val="FFFFFF"/>
              </a:solidFill>
              <a:ea typeface="+mj-lt"/>
              <a:cs typeface="+mj-lt"/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Quality of life for citizens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Efficiency of urban services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Environmental sustainability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Decision-making by city authorities</a:t>
            </a:r>
            <a:endParaRPr lang="en-US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Clr>
                <a:srgbClr val="8AD0D6"/>
              </a:buClr>
              <a:buFont typeface="Wingdings 3"/>
              <a:buChar char=""/>
            </a:pPr>
            <a:endParaRPr lang="en-US">
              <a:solidFill>
                <a:srgbClr val="FFFFFF"/>
              </a:solidFill>
              <a:ea typeface="+mj-lt"/>
              <a:cs typeface="+mj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Smart cities rely heavily on </a:t>
            </a:r>
            <a:r>
              <a:rPr lang="en-US" b="1">
                <a:solidFill>
                  <a:srgbClr val="FFFFFF"/>
                </a:solidFill>
                <a:ea typeface="+mj-lt"/>
                <a:cs typeface="+mj-lt"/>
              </a:rPr>
              <a:t>Big Data collected in real time</a:t>
            </a: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.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city skyline">
            <a:extLst>
              <a:ext uri="{FF2B5EF4-FFF2-40B4-BE49-F238E27FC236}">
                <a16:creationId xmlns:a16="http://schemas.microsoft.com/office/drawing/2014/main" id="{AF0770C1-C9E2-9B78-E1E6-3A5C853B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70" r="26125" b="3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1841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D511D-8307-3AFE-D995-A0E800D8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bg2"/>
                </a:solidFill>
              </a:rPr>
              <a:t>Why Big Data Is Essential</a:t>
            </a:r>
            <a:endParaRPr lang="en-US">
              <a:solidFill>
                <a:schemeClr val="bg2"/>
              </a:solidFill>
            </a:endParaRPr>
          </a:p>
          <a:p>
            <a:pPr algn="r"/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DF29-3905-100D-3EAE-51057B46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>
                <a:ea typeface="+mj-lt"/>
                <a:cs typeface="+mj-lt"/>
              </a:rPr>
              <a:t>Modern cities generate massive amounts of data every second.</a:t>
            </a:r>
          </a:p>
          <a:p>
            <a:pPr>
              <a:buNone/>
            </a:pPr>
            <a:r>
              <a:rPr lang="en-US">
                <a:ea typeface="+mj-lt"/>
                <a:cs typeface="+mj-lt"/>
              </a:rPr>
              <a:t> </a:t>
            </a:r>
            <a:r>
              <a:rPr lang="en-US" dirty="0">
                <a:ea typeface="+mj-lt"/>
                <a:cs typeface="+mj-lt"/>
              </a:rPr>
              <a:t>Big Data enables:</a:t>
            </a:r>
            <a:endParaRPr lang="en-US" dirty="0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Real-time monitoring of city operations</a:t>
            </a:r>
            <a:endParaRPr lang="en-US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Predictive analytics for future planning</a:t>
            </a:r>
            <a:endParaRPr lang="en-US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Automated and optimized public services</a:t>
            </a:r>
            <a:endParaRPr lang="en-US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Faster and more accurate decisions</a:t>
            </a:r>
          </a:p>
          <a:p>
            <a:pPr>
              <a:buClr>
                <a:srgbClr val="8AD0D6"/>
              </a:buClr>
              <a:buFont typeface="Wingdings 3"/>
              <a:buChar char=""/>
            </a:pPr>
            <a:endParaRPr lang="en-US" dirty="0">
              <a:ea typeface="+mj-lt"/>
              <a:cs typeface="+mj-lt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US">
                <a:ea typeface="+mj-lt"/>
                <a:cs typeface="+mj-lt"/>
              </a:rPr>
              <a:t>Without Big Data, smart cities cannot scale efficiently.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4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E4225B-2B6A-33C8-015E-65BAD6AC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Sources of Big Data in Smart Cities</a:t>
            </a: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25FF-22FB-47C2-D140-F26C31AA6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Smart cities collect data from multiple sources, including: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IoT sensors (traffic, pollution, weather)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Traffic cameras and GPS systems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Smart meters for water, gas, and electricity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Mobile devices and applications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Social media and citizen platforms</a:t>
            </a: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endParaRPr lang="en-US">
              <a:solidFill>
                <a:srgbClr val="FFFFFF"/>
              </a:solidFill>
              <a:ea typeface="+mj-lt"/>
              <a:cs typeface="+mj-lt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These sources generate </a:t>
            </a:r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continuous and diverse data streams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.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nderstanding IoT Sensors: A Comprehensive Guide">
            <a:extLst>
              <a:ext uri="{FF2B5EF4-FFF2-40B4-BE49-F238E27FC236}">
                <a16:creationId xmlns:a16="http://schemas.microsoft.com/office/drawing/2014/main" id="{5978247F-82C4-266D-3A59-B7F7993C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27" r="30001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6329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A4AAF-F402-F681-E4A1-27A4AEAA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Big Data Characteristics</a:t>
            </a:r>
            <a:br>
              <a:rPr lang="en-US" dirty="0">
                <a:solidFill>
                  <a:srgbClr val="EBEBEB"/>
                </a:solidFill>
                <a:ea typeface="+mj-lt"/>
                <a:cs typeface="+mj-lt"/>
              </a:rPr>
            </a:br>
            <a:endParaRPr lang="en-US">
              <a:solidFill>
                <a:srgbClr val="EBEBEB"/>
              </a:solidFill>
              <a:ea typeface="+mj-lt"/>
              <a:cs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93DD4C-4957-617B-A5F7-1161CA275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77952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A5209186-D3E8-05D1-AEC5-6EB377B1DEEA}"/>
              </a:ext>
            </a:extLst>
          </p:cNvPr>
          <p:cNvSpPr txBox="1">
            <a:spLocks/>
          </p:cNvSpPr>
          <p:nvPr/>
        </p:nvSpPr>
        <p:spPr>
          <a:xfrm>
            <a:off x="3694721" y="1643058"/>
            <a:ext cx="9252154" cy="10166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  <a:ea typeface="+mj-lt"/>
                <a:cs typeface="+mj-lt"/>
              </a:rPr>
              <a:t>Smart city data is defined by the 3Vs of Big Data:</a:t>
            </a:r>
            <a:br>
              <a:rPr lang="en-US" sz="1800" dirty="0">
                <a:ea typeface="+mj-lt"/>
                <a:cs typeface="+mj-lt"/>
              </a:rPr>
            </a:br>
            <a:endParaRPr lang="en-US" sz="1800" dirty="0">
              <a:solidFill>
                <a:schemeClr val="bg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4755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B5A0F-96E1-21E0-BCA8-911570CF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ea typeface="+mj-lt"/>
                <a:cs typeface="+mj-lt"/>
              </a:rPr>
              <a:t>Big Data Technologies Used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519D602-16DC-785E-2BD8-7E351204C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871" y="1721993"/>
            <a:ext cx="3414010" cy="341401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DD09-5CC9-A843-7974-4B8462557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Hadoop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– distributed storage of massive datasets</a:t>
            </a: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Apache Spark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– fast, in-memory data processing</a:t>
            </a: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Apache Kafka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– real-time data streaming</a:t>
            </a:r>
            <a:endParaRPr lang="en-US" dirty="0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r>
              <a:rPr lang="en-US" b="1" dirty="0">
                <a:solidFill>
                  <a:srgbClr val="FFFFFF"/>
                </a:solidFill>
                <a:ea typeface="+mj-lt"/>
                <a:cs typeface="+mj-lt"/>
              </a:rPr>
              <a:t>Cloud platforms</a:t>
            </a: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 – scalable storage and computing resources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These tools enable reliable and scalable data processing.</a:t>
            </a:r>
            <a:endParaRPr lang="en-US">
              <a:solidFill>
                <a:srgbClr val="FFFFFF"/>
              </a:solidFill>
            </a:endParaRPr>
          </a:p>
          <a:p>
            <a:pPr>
              <a:buClr>
                <a:srgbClr val="8AD0D6"/>
              </a:buClr>
            </a:pPr>
            <a:endParaRPr lang="en-US" dirty="0">
              <a:solidFill>
                <a:srgbClr val="FFFFFF"/>
              </a:solidFill>
            </a:endParaRPr>
          </a:p>
          <a:p>
            <a:pPr marL="0" indent="0">
              <a:buClr>
                <a:srgbClr val="8AD0D6"/>
              </a:buClr>
              <a:buNone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71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9B6B5-07EB-DBB8-F158-2E113FFB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ea typeface="+mj-lt"/>
                <a:cs typeface="+mj-lt"/>
              </a:rPr>
              <a:t>Algorithms Used in Smart Cities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BE45B8-B9AF-1E87-BA7F-CA9711B9ED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533510"/>
              </p:ext>
            </p:extLst>
          </p:nvPr>
        </p:nvGraphicFramePr>
        <p:xfrm>
          <a:off x="648930" y="2787844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6460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9819C-0753-6D92-03AE-2897D1E1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  <a:ea typeface="+mj-lt"/>
                <a:cs typeface="+mj-lt"/>
              </a:rPr>
              <a:t>Use Case: Smart Traffic Management</a:t>
            </a:r>
            <a:endParaRPr lang="en-US" sz="3200">
              <a:solidFill>
                <a:srgbClr val="F2F2F2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0411FD-3B3A-FA02-48D9-9C1030906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836231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E539181B-3562-569B-4A19-BE86AA434F0B}"/>
              </a:ext>
            </a:extLst>
          </p:cNvPr>
          <p:cNvSpPr txBox="1">
            <a:spLocks/>
          </p:cNvSpPr>
          <p:nvPr/>
        </p:nvSpPr>
        <p:spPr>
          <a:xfrm>
            <a:off x="5054490" y="244288"/>
            <a:ext cx="5316184" cy="9973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ea typeface="+mj-lt"/>
                <a:cs typeface="+mj-lt"/>
              </a:rPr>
              <a:t>Big Data improves traffic systems by:</a:t>
            </a:r>
          </a:p>
        </p:txBody>
      </p:sp>
    </p:spTree>
    <p:extLst>
      <p:ext uri="{BB962C8B-B14F-4D97-AF65-F5344CB8AC3E}">
        <p14:creationId xmlns:p14="http://schemas.microsoft.com/office/powerpoint/2010/main" val="340942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B744-3895-34DB-128E-1A27B80A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ea typeface="+mj-lt"/>
                <a:cs typeface="+mj-lt"/>
              </a:rPr>
              <a:t>Use Case: Smart Energy Management</a:t>
            </a:r>
            <a:endParaRPr lang="en-US"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81F2F-99EC-47ED-00F7-59B816BCF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72" r="49184" b="-3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33D0-B852-4B54-FD7B-13CE49ACF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Monitor consumption patterns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Predict peak energy demand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Optimize energy distribution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Reduce waste and operational costs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Smart energy management supports sustainable urban development.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ABC39-0724-775A-EAAC-1216A1BC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Challenges in Smart 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60E2-50F9-CD4B-82B6-68B15EE12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Despite its benefits, Big Data introduces challenges:</a:t>
            </a:r>
            <a:endParaRPr lang="en-US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>
              <a:solidFill>
                <a:srgbClr val="FFFFFF"/>
              </a:solidFill>
              <a:ea typeface="+mj-lt"/>
              <a:cs typeface="+mj-lt"/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Data privacy and citizen surveillance concerns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Cybersecurity risks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High infrastructure and maintenance costs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Integration of data from different sources</a:t>
            </a:r>
            <a:endParaRPr lang="en-US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Clr>
                <a:srgbClr val="8AD0D6"/>
              </a:buClr>
              <a:buFont typeface="Courier New"/>
              <a:buChar char="o"/>
            </a:pPr>
            <a:endParaRPr lang="en-US">
              <a:solidFill>
                <a:srgbClr val="FFFFFF"/>
              </a:solidFill>
              <a:ea typeface="+mj-lt"/>
              <a:cs typeface="+mj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Addressing these challenges is essential for long-term success.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Challenges Higher Education Faced In 2018">
            <a:extLst>
              <a:ext uri="{FF2B5EF4-FFF2-40B4-BE49-F238E27FC236}">
                <a16:creationId xmlns:a16="http://schemas.microsoft.com/office/drawing/2014/main" id="{A68C5AAB-FE04-A4DB-DDF0-4D5858D20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54" r="33837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504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3B791-6013-78D1-F8FC-D9C8DE0D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2FE07-7F1B-06A9-CDEB-87B4A825D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dirty="0">
                <a:ea typeface="+mj-lt"/>
                <a:cs typeface="+mj-lt"/>
              </a:rPr>
              <a:t>Big Data is the foundation of smart cities.</a:t>
            </a:r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By combining advanced technologies and</a:t>
            </a:r>
          </a:p>
          <a:p>
            <a:pPr>
              <a:buNone/>
            </a:pPr>
            <a:r>
              <a:rPr lang="en-US" dirty="0">
                <a:ea typeface="+mj-lt"/>
                <a:cs typeface="+mj-lt"/>
              </a:rPr>
              <a:t>intelligent algorithms, cities can:</a:t>
            </a:r>
            <a:endParaRPr lang="en-US" dirty="0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Operate more efficiently</a:t>
            </a:r>
            <a:endParaRPr lang="en-US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Become more sustainable</a:t>
            </a:r>
            <a:endParaRPr lang="en-US"/>
          </a:p>
          <a:p>
            <a:pPr lvl="1">
              <a:buClr>
                <a:srgbClr val="8AD0D6"/>
              </a:buClr>
              <a:buFont typeface="Courier New"/>
              <a:buChar char="o"/>
            </a:pPr>
            <a:r>
              <a:rPr lang="en-US" dirty="0">
                <a:ea typeface="+mj-lt"/>
                <a:cs typeface="+mj-lt"/>
              </a:rPr>
              <a:t>Respond better to citizens’ needs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Smart cities represent the future of urban living.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58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59C5-1889-4FA4-2A81-49557498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39463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</vt:lpstr>
      <vt:lpstr>Using Data-Driven Technologies for Smarter Urban Living</vt:lpstr>
      <vt:lpstr>What Is a Smart City?</vt:lpstr>
      <vt:lpstr>Why Big Data Is Essential </vt:lpstr>
      <vt:lpstr>Sources of Big Data in Smart Cities</vt:lpstr>
      <vt:lpstr>Big Data Characteristics </vt:lpstr>
      <vt:lpstr>Big Data Technologies Used</vt:lpstr>
      <vt:lpstr>Algorithms Used in Smart Cities</vt:lpstr>
      <vt:lpstr>Use Case: Smart Traffic Management</vt:lpstr>
      <vt:lpstr>Use Case: Smart Energy Management</vt:lpstr>
      <vt:lpstr>Challenges in Smart Cities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2026-01-16T08:44:37Z</dcterms:created>
  <dcterms:modified xsi:type="dcterms:W3CDTF">2026-01-16T09:54:33Z</dcterms:modified>
</cp:coreProperties>
</file>